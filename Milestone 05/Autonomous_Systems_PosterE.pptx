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media/image13.svg" ContentType="image/svg"/>
  <Override PartName="/ppt/media/image9.png" ContentType="image/png"/>
  <Override PartName="/ppt/media/image18.png" ContentType="image/png"/>
  <Override PartName="/ppt/media/image12.png" ContentType="image/png"/>
  <Override PartName="/ppt/media/image3.png" ContentType="image/png"/>
  <Override PartName="/ppt/media/image16.jpeg" ContentType="image/jpeg"/>
  <Override PartName="/ppt/media/image15.jpeg" ContentType="image/jpeg"/>
  <Override PartName="/ppt/media/image4.png" ContentType="image/png"/>
  <Override PartName="/ppt/media/image14.png" ContentType="image/png"/>
  <Override PartName="/ppt/media/image5.png" ContentType="image/png"/>
  <Override PartName="/ppt/media/image6.png" ContentType="image/png"/>
  <Override PartName="/ppt/media/image1.png" ContentType="image/png"/>
  <Override PartName="/ppt/media/image10.png" ContentType="image/png"/>
  <Override PartName="/ppt/media/image17.jpeg" ContentType="image/jpeg"/>
  <Override PartName="/ppt/media/image7.png" ContentType="image/png"/>
  <Override PartName="/ppt/media/image11.png" ContentType="image/png"/>
  <Override PartName="/ppt/media/image2.png" ContentType="image/png"/>
  <Override PartName="/ppt/media/image8.png" ContentType="image/png"/>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Lst>
  <p:sldIdLst>
    <p:sldId id="256" r:id="rId6"/>
  </p:sldIdLst>
  <p:sldSz cx="29260800" cy="164592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6x60 Template - 4 columns">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6x60 Template - 3 columns">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Without guides - 4 columns">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Without guides - 3 columns">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posterpresentations.com/how-to-change-the-research-poster-template-colors.html" TargetMode="External"/><Relationship Id="rId7" Type="http://schemas.openxmlformats.org/officeDocument/2006/relationships/image" Target="../media/image5.png"/><Relationship Id="rId8" Type="http://schemas.openxmlformats.org/officeDocument/2006/relationships/hyperlink" Target="https://www.posterpresentations.com/research" TargetMode="External"/><Relationship Id="rId9" Type="http://schemas.openxmlformats.org/officeDocument/2006/relationships/hyperlink" Target="https://www.posterpresentations.com/research" TargetMode="External"/><Relationship Id="rId10" Type="http://schemas.openxmlformats.org/officeDocument/2006/relationships/image" Target="../media/image6.png"/><Relationship Id="rId11"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hyperlink" Target="https://www.posterpresentations.com/how-to-change-the-research-poster-template-colors.html" TargetMode="External"/><Relationship Id="rId7" Type="http://schemas.openxmlformats.org/officeDocument/2006/relationships/image" Target="../media/image5.png"/><Relationship Id="rId8" Type="http://schemas.openxmlformats.org/officeDocument/2006/relationships/hyperlink" Target="https://www.posterpresentations.com/research" TargetMode="External"/><Relationship Id="rId9" Type="http://schemas.openxmlformats.org/officeDocument/2006/relationships/hyperlink" Target="https://www.posterpresentations.com/research" TargetMode="External"/><Relationship Id="rId10" Type="http://schemas.openxmlformats.org/officeDocument/2006/relationships/image" Target="../media/image6.png"/><Relationship Id="rId11"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0" name="Rectangle 36"/>
          <p:cNvSpPr/>
          <p:nvPr/>
        </p:nvSpPr>
        <p:spPr>
          <a:xfrm>
            <a:off x="0" y="15127200"/>
            <a:ext cx="29260440" cy="133164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1" name="Text Box 14"/>
          <p:cNvSpPr/>
          <p:nvPr/>
        </p:nvSpPr>
        <p:spPr>
          <a:xfrm>
            <a:off x="292320" y="16094520"/>
            <a:ext cx="1676160" cy="190800"/>
          </a:xfrm>
          <a:prstGeom prst="rect">
            <a:avLst/>
          </a:prstGeom>
          <a:noFill/>
          <a:ln w="9525">
            <a:noFill/>
          </a:ln>
        </p:spPr>
        <p:style>
          <a:lnRef idx="0"/>
          <a:fillRef idx="0"/>
          <a:effectRef idx="0"/>
          <a:fontRef idx="minor"/>
        </p:style>
        <p:txBody>
          <a:bodyPr lIns="55800" rIns="55800" tIns="27720" bIns="27720" anchor="t">
            <a:spAutoFit/>
          </a:bodyPr>
          <a:p>
            <a:pPr defTabSz="2508120">
              <a:lnSpc>
                <a:spcPct val="65000"/>
              </a:lnSpc>
              <a:spcBef>
                <a:spcPts val="159"/>
              </a:spcBef>
            </a:pPr>
            <a:r>
              <a:rPr b="1" lang="en-US" sz="320" spc="-1" strike="noStrike">
                <a:solidFill>
                  <a:schemeClr val="lt1">
                    <a:lumMod val="75000"/>
                  </a:schemeClr>
                </a:solidFill>
                <a:latin typeface="Arial"/>
              </a:rPr>
              <a:t>RESEARCH POSTER PRESENTATION DESIGN © 2019</a:t>
            </a:r>
            <a:endParaRPr b="0" lang="en-US" sz="320" spc="-1" strike="noStrike">
              <a:solidFill>
                <a:srgbClr val="ffffff"/>
              </a:solidFill>
              <a:latin typeface="Arial"/>
            </a:endParaRPr>
          </a:p>
          <a:p>
            <a:pPr defTabSz="2508120">
              <a:lnSpc>
                <a:spcPct val="65000"/>
              </a:lnSpc>
              <a:spcBef>
                <a:spcPts val="320"/>
              </a:spcBef>
            </a:pPr>
            <a:r>
              <a:rPr b="1" lang="en-US" sz="640" spc="-1" strike="noStrike">
                <a:solidFill>
                  <a:schemeClr val="lt1">
                    <a:lumMod val="75000"/>
                  </a:schemeClr>
                </a:solidFill>
                <a:latin typeface="Arial"/>
              </a:rPr>
              <a:t>www.PosterPresentations.com</a:t>
            </a:r>
            <a:endParaRPr b="0" lang="en-US" sz="640" spc="-1" strike="noStrike">
              <a:solidFill>
                <a:srgbClr val="ffffff"/>
              </a:solidFill>
              <a:latin typeface="Arial"/>
            </a:endParaRPr>
          </a:p>
        </p:txBody>
      </p:sp>
      <p:sp>
        <p:nvSpPr>
          <p:cNvPr id="2" name="Rectangle 36"/>
          <p:cNvSpPr/>
          <p:nvPr/>
        </p:nvSpPr>
        <p:spPr>
          <a:xfrm>
            <a:off x="0" y="-23040"/>
            <a:ext cx="29260440" cy="389916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3" name="Rounded Rectangle 6"/>
          <p:cNvSpPr/>
          <p:nvPr/>
        </p:nvSpPr>
        <p:spPr>
          <a:xfrm>
            <a:off x="292320" y="2484720"/>
            <a:ext cx="28675800" cy="13433760"/>
          </a:xfrm>
          <a:prstGeom prst="roundRect">
            <a:avLst>
              <a:gd name="adj" fmla="val 0"/>
            </a:avLst>
          </a:prstGeom>
          <a:solidFill>
            <a:schemeClr val="bg1"/>
          </a:solidFill>
          <a:ln w="19050">
            <a:solidFill>
              <a:srgbClr val="418ab3">
                <a:lumMod val="50000"/>
              </a:srgbClr>
            </a:solidFill>
            <a:round/>
          </a:ln>
          <a:effectLst>
            <a:outerShdw algn="ctr" blurRad="355680" rotWithShape="0" sx="101000" sy="101000">
              <a:srgbClr val="000000">
                <a:alpha val="17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2508120">
              <a:lnSpc>
                <a:spcPct val="100000"/>
              </a:lnSpc>
            </a:pPr>
            <a:endParaRPr b="0" lang="en-US" sz="14910" spc="-1" strike="noStrike">
              <a:solidFill>
                <a:schemeClr val="lt1"/>
              </a:solidFill>
              <a:latin typeface="Calibri"/>
            </a:endParaRPr>
          </a:p>
        </p:txBody>
      </p:sp>
      <p:graphicFrame>
        <p:nvGraphicFramePr>
          <p:cNvPr id="4" name="Table 7"/>
          <p:cNvGraphicFramePr/>
          <p:nvPr/>
        </p:nvGraphicFramePr>
        <p:xfrm>
          <a:off x="-5980680" y="48240"/>
          <a:ext cx="5621400" cy="16470000"/>
        </p:xfrm>
        <a:graphic>
          <a:graphicData uri="http://schemas.openxmlformats.org/drawingml/2006/table">
            <a:tbl>
              <a:tblPr/>
              <a:tblGrid>
                <a:gridCol w="2410560"/>
                <a:gridCol w="3211200"/>
              </a:tblGrid>
              <a:tr h="668520">
                <a:tc gridSpan="2">
                  <a:txBody>
                    <a:bodyPr lIns="70920" rIns="70920" tIns="35280" bIns="35280" anchor="t">
                      <a:noAutofit/>
                    </a:bodyPr>
                    <a:p>
                      <a:pPr algn="ctr" defTabSz="4388760">
                        <a:lnSpc>
                          <a:spcPct val="100000"/>
                        </a:lnSpc>
                        <a:tabLst>
                          <a:tab algn="l" pos="0"/>
                        </a:tabLst>
                      </a:pPr>
                      <a:r>
                        <a:rPr b="0" lang="en-US" sz="1900" spc="599" strike="noStrike">
                          <a:solidFill>
                            <a:srgbClr val="1f3a4e"/>
                          </a:solidFill>
                          <a:latin typeface="Arial Black"/>
                        </a:rPr>
                        <a:t>QUICK START GUIDE</a:t>
                      </a:r>
                      <a:br>
                        <a:rPr sz="1900"/>
                      </a:br>
                      <a:r>
                        <a:rPr b="1" lang="en-US" sz="1400" spc="-1" strike="noStrike">
                          <a:solidFill>
                            <a:srgbClr val="ff0000"/>
                          </a:solidFill>
                          <a:latin typeface="Trebuchet MS"/>
                        </a:rPr>
                        <a:t>(THIS SIDEBAR WILL NOT PRINT)</a:t>
                      </a:r>
                      <a:endParaRPr b="0" lang="en-US" sz="1400" spc="-1" strike="noStrike">
                        <a:solidFill>
                          <a:srgbClr val="000000"/>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116440">
                <a:tc gridSpan="2">
                  <a:txBody>
                    <a:bodyPr lIns="70920" rIns="70920" tIns="35280" bIns="35280" anchor="t">
                      <a:noAutofit/>
                    </a:bodyPr>
                    <a:p>
                      <a:pPr defTabSz="3765600">
                        <a:lnSpc>
                          <a:spcPct val="100000"/>
                        </a:lnSpc>
                      </a:pPr>
                      <a:r>
                        <a:rPr b="0" lang="en-US" sz="1000" spc="-1" strike="noStrike">
                          <a:solidFill>
                            <a:srgbClr val="d9d9d9"/>
                          </a:solidFill>
                          <a:latin typeface="Arial"/>
                        </a:rPr>
                        <a:t>This PowerPoint template produces a </a:t>
                      </a:r>
                      <a:r>
                        <a:rPr b="0" lang="en-US" sz="1200" spc="-1" strike="noStrike">
                          <a:solidFill>
                            <a:srgbClr val="ffc000"/>
                          </a:solidFill>
                          <a:latin typeface="Arial"/>
                        </a:rPr>
                        <a:t>wide screen size (16:9 Ratio) virtual </a:t>
                      </a:r>
                      <a:r>
                        <a:rPr b="0" lang="en-US" sz="1000" spc="-1" strike="noStrike">
                          <a:solidFill>
                            <a:srgbClr val="d9d9d9"/>
                          </a:solidFill>
                          <a:latin typeface="Arial"/>
                        </a:rPr>
                        <a:t>presentation poster. You can use it to create your research poster by placing your title, subtitle, text, tables, charts and photos. </a:t>
                      </a:r>
                      <a:endParaRPr b="0" lang="en-US" sz="1000" spc="-1" strike="noStrike">
                        <a:solidFill>
                          <a:srgbClr val="ffffff"/>
                        </a:solidFill>
                        <a:latin typeface="Arial"/>
                      </a:endParaRPr>
                    </a:p>
                    <a:p>
                      <a:pPr defTabSz="3765600">
                        <a:lnSpc>
                          <a:spcPct val="100000"/>
                        </a:lnSpc>
                      </a:pPr>
                      <a:endParaRPr b="0" lang="en-US" sz="1000" spc="-1" strike="noStrike">
                        <a:solidFill>
                          <a:srgbClr val="ffffff"/>
                        </a:solidFill>
                        <a:latin typeface="Arial"/>
                      </a:endParaRPr>
                    </a:p>
                    <a:p>
                      <a:pPr defTabSz="3765600">
                        <a:lnSpc>
                          <a:spcPct val="100000"/>
                        </a:lnSpc>
                      </a:pPr>
                      <a:r>
                        <a:rPr b="0" lang="en-US" sz="1000" spc="-1" strike="noStrike">
                          <a:solidFill>
                            <a:srgbClr val="d9d9d9"/>
                          </a:solidFill>
                          <a:latin typeface="Arial"/>
                        </a:rPr>
                        <a:t>We provide a series of online tutorials that will guide you through the poster design process and answer your poster production questions. For complete template tutorials, go online to </a:t>
                      </a:r>
                      <a:r>
                        <a:rPr b="0" lang="en-US" sz="1000" spc="-1" strike="noStrike">
                          <a:solidFill>
                            <a:srgbClr val="ffc000"/>
                          </a:solidFill>
                          <a:latin typeface="Arial"/>
                        </a:rPr>
                        <a:t>PosterPresentations.com</a:t>
                      </a:r>
                      <a:r>
                        <a:rPr b="0" lang="en-US" sz="1000" spc="-1" strike="noStrike">
                          <a:solidFill>
                            <a:srgbClr val="d9d9d9"/>
                          </a:solidFill>
                          <a:latin typeface="Arial"/>
                        </a:rPr>
                        <a:t> and click on the  </a:t>
                      </a:r>
                      <a:r>
                        <a:rPr b="0" lang="en-US" sz="1000" spc="-1" strike="noStrike">
                          <a:solidFill>
                            <a:srgbClr val="ffc000"/>
                          </a:solidFill>
                          <a:latin typeface="Arial"/>
                        </a:rPr>
                        <a:t>HELP DESK</a:t>
                      </a:r>
                      <a:r>
                        <a:rPr b="0" lang="en-US" sz="1000" spc="-1" strike="noStrike">
                          <a:solidFill>
                            <a:srgbClr val="d9d9d9"/>
                          </a:solidFill>
                          <a:latin typeface="Arial"/>
                        </a:rPr>
                        <a:t> tab.</a:t>
                      </a:r>
                      <a:endParaRPr b="0" lang="en-US" sz="1000" spc="-1" strike="noStrike">
                        <a:solidFill>
                          <a:srgbClr val="ffffff"/>
                        </a:solidFill>
                        <a:latin typeface="Arial"/>
                      </a:endParaRPr>
                    </a:p>
                    <a:p>
                      <a:pPr defTabSz="3765600">
                        <a:lnSpc>
                          <a:spcPct val="100000"/>
                        </a:lnSpc>
                      </a:pPr>
                      <a:endParaRPr b="0" lang="en-US" sz="1000" spc="-1" strike="noStrike">
                        <a:solidFill>
                          <a:srgbClr val="ffffff"/>
                        </a:solidFill>
                        <a:latin typeface="Arial"/>
                      </a:endParaRPr>
                    </a:p>
                    <a:p>
                      <a:pPr defTabSz="3765600">
                        <a:lnSpc>
                          <a:spcPct val="100000"/>
                        </a:lnSpc>
                      </a:pPr>
                      <a:r>
                        <a:rPr b="0" lang="en-US" sz="1000" spc="-1" strike="noStrike">
                          <a:solidFill>
                            <a:srgbClr val="d9d9d9"/>
                          </a:solidFill>
                          <a:latin typeface="Arial"/>
                        </a:rPr>
                        <a:t>To print your poster using our same-day professional printing service, go online to </a:t>
                      </a:r>
                      <a:r>
                        <a:rPr b="0" lang="en-US" sz="1000" spc="-1" strike="noStrike">
                          <a:solidFill>
                            <a:srgbClr val="ffc000"/>
                          </a:solidFill>
                          <a:latin typeface="Arial"/>
                        </a:rPr>
                        <a:t>PosterPresentations.com</a:t>
                      </a:r>
                      <a:r>
                        <a:rPr b="0" lang="en-US" sz="1000" spc="-1" strike="noStrike">
                          <a:solidFill>
                            <a:srgbClr val="d9d9d9"/>
                          </a:solidFill>
                          <a:latin typeface="Arial"/>
                        </a:rPr>
                        <a:t> and click on "</a:t>
                      </a:r>
                      <a:r>
                        <a:rPr b="0" lang="en-US" sz="1000" spc="-1" strike="noStrike">
                          <a:solidFill>
                            <a:srgbClr val="ffc000"/>
                          </a:solidFill>
                          <a:latin typeface="Arial"/>
                        </a:rPr>
                        <a:t>Order your poster</a:t>
                      </a:r>
                      <a:r>
                        <a:rPr b="0" lang="en-US" sz="1000" spc="-1" strike="noStrike">
                          <a:solidFill>
                            <a:srgbClr val="d9d9d9"/>
                          </a:solidFill>
                          <a:latin typeface="Arial"/>
                        </a:rPr>
                        <a:t>".</a:t>
                      </a:r>
                      <a:endParaRPr b="0" lang="en-US" sz="1000" spc="-1" strike="noStrike">
                        <a:solidFill>
                          <a:srgbClr val="ffffff"/>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300400">
                <a:tc>
                  <a:txBody>
                    <a:bodyPr lIns="52560" rIns="52560" tIns="22680" bIns="22680" anchor="t">
                      <a:noAutofit/>
                    </a:bodyPr>
                    <a:p>
                      <a:pPr algn="ctr" defTabSz="2675160">
                        <a:lnSpc>
                          <a:spcPct val="100000"/>
                        </a:lnSpc>
                      </a:pPr>
                      <a:endParaRPr b="0" lang="en-US" sz="1200" spc="-1" strike="noStrike">
                        <a:solidFill>
                          <a:srgbClr val="ffffff"/>
                        </a:solidFill>
                        <a:latin typeface="Arial"/>
                      </a:endParaRPr>
                    </a:p>
                    <a:p>
                      <a:pPr algn="ctr" defTabSz="5015880">
                        <a:lnSpc>
                          <a:spcPct val="100000"/>
                        </a:lnSpc>
                        <a:tabLst>
                          <a:tab algn="l" pos="0"/>
                        </a:tabLst>
                      </a:pPr>
                      <a:r>
                        <a:rPr b="0" lang="en-US" sz="1200" spc="-1" strike="noStrike">
                          <a:solidFill>
                            <a:schemeClr val="lt1"/>
                          </a:solidFill>
                          <a:latin typeface="Arial"/>
                        </a:rPr>
                        <a:t>This is a template for a </a:t>
                      </a:r>
                      <a:endParaRPr b="0" lang="en-US" sz="1200" spc="-1" strike="noStrike">
                        <a:solidFill>
                          <a:srgbClr val="ffffff"/>
                        </a:solidFill>
                        <a:latin typeface="Arial"/>
                      </a:endParaRPr>
                    </a:p>
                    <a:p>
                      <a:pPr algn="ctr" defTabSz="2675160">
                        <a:lnSpc>
                          <a:spcPct val="100000"/>
                        </a:lnSpc>
                        <a:tabLst>
                          <a:tab algn="l" pos="0"/>
                        </a:tabLst>
                      </a:pPr>
                      <a:r>
                        <a:rPr b="0" lang="en-US" sz="1200" spc="-1" strike="noStrike">
                          <a:solidFill>
                            <a:schemeClr val="lt1"/>
                          </a:solidFill>
                          <a:latin typeface="Arial"/>
                        </a:rPr>
                        <a:t>presentation poster</a:t>
                      </a:r>
                      <a:br>
                        <a:rPr sz="1200"/>
                      </a:br>
                      <a:r>
                        <a:rPr b="1" lang="en-US" sz="2000" spc="-1" strike="noStrike">
                          <a:solidFill>
                            <a:srgbClr val="ffc000"/>
                          </a:solidFill>
                          <a:latin typeface="Arial"/>
                        </a:rPr>
                        <a:t>Virtual</a:t>
                      </a:r>
                      <a:br>
                        <a:rPr sz="2000"/>
                      </a:br>
                      <a:r>
                        <a:rPr b="1" lang="en-US" sz="2000" spc="-1" strike="noStrike">
                          <a:solidFill>
                            <a:srgbClr val="ffc000"/>
                          </a:solidFill>
                          <a:latin typeface="Arial"/>
                        </a:rPr>
                        <a:t>Wide Screen</a:t>
                      </a:r>
                      <a:br>
                        <a:rPr sz="2000"/>
                      </a:br>
                      <a:r>
                        <a:rPr b="1" lang="en-US" sz="2000" spc="-1" strike="noStrike">
                          <a:solidFill>
                            <a:srgbClr val="ffc000"/>
                          </a:solidFill>
                          <a:latin typeface="Arial"/>
                        </a:rPr>
                        <a:t>(16:9 Ratio)</a:t>
                      </a:r>
                      <a:br>
                        <a:rPr sz="1200"/>
                      </a:br>
                      <a:endParaRPr b="0" lang="en-US" sz="2000" spc="-1" strike="noStrike">
                        <a:solidFill>
                          <a:srgbClr val="ffffff"/>
                        </a:solidFill>
                        <a:latin typeface="Arial"/>
                      </a:endParaRPr>
                    </a:p>
                  </a:txBody>
                  <a:tcPr anchor="t" marL="5256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a:txBody>
                    <a:bodyPr lIns="105120" rIns="52560" tIns="68760" bIns="22680" anchor="t">
                      <a:noAutofit/>
                    </a:bodyPr>
                    <a:p>
                      <a:pPr defTabSz="4388760">
                        <a:lnSpc>
                          <a:spcPct val="100000"/>
                        </a:lnSpc>
                        <a:tabLst>
                          <a:tab algn="l" pos="0"/>
                        </a:tabLst>
                      </a:pPr>
                      <a:r>
                        <a:rPr b="1" lang="en-US" sz="1200" spc="-1" strike="noStrike">
                          <a:solidFill>
                            <a:srgbClr val="ffc000"/>
                          </a:solidFill>
                          <a:latin typeface="Arial"/>
                        </a:rPr>
                        <a:t>Important: Check the template size</a:t>
                      </a:r>
                      <a:br>
                        <a:rPr sz="1000"/>
                      </a:br>
                      <a:r>
                        <a:rPr b="0" lang="en-US" sz="1000" spc="-1" strike="noStrike">
                          <a:solidFill>
                            <a:srgbClr val="d9d9d9"/>
                          </a:solidFill>
                          <a:latin typeface="Arial"/>
                        </a:rPr>
                        <a:t>Before you start working on your poster and to avoid printing problems check that you have downloaded and that you are using the correct size template for your poster presentation.</a:t>
                      </a:r>
                      <a:br>
                        <a:rPr sz="1000"/>
                      </a:br>
                      <a:r>
                        <a:rPr b="0" lang="en-US" sz="1000" spc="-1" strike="noStrike">
                          <a:solidFill>
                            <a:srgbClr val="d9d9d9"/>
                          </a:solidFill>
                          <a:latin typeface="Arial"/>
                        </a:rPr>
                        <a:t>This template can also be printed at the following sizes without distortion and without any additional formatting:</a:t>
                      </a:r>
                      <a:br>
                        <a:rPr sz="1000"/>
                      </a:br>
                      <a:r>
                        <a:rPr b="0" lang="en-US" sz="1000" spc="-1" strike="noStrike">
                          <a:solidFill>
                            <a:srgbClr val="ffc000"/>
                          </a:solidFill>
                          <a:latin typeface="Arial"/>
                        </a:rPr>
                        <a:t>27 tall x 48 wide</a:t>
                      </a:r>
                      <a:br>
                        <a:rPr sz="1000"/>
                      </a:br>
                      <a:r>
                        <a:rPr b="0" lang="en-US" sz="1000" spc="-1" strike="noStrike">
                          <a:solidFill>
                            <a:srgbClr val="ffc000"/>
                          </a:solidFill>
                          <a:latin typeface="Arial"/>
                        </a:rPr>
                        <a:t>36 tall x 64 wide</a:t>
                      </a:r>
                      <a:endParaRPr b="0" lang="en-US" sz="1000" spc="-1" strike="noStrike">
                        <a:solidFill>
                          <a:srgbClr val="ffffff"/>
                        </a:solidFill>
                        <a:latin typeface="Arial"/>
                      </a:endParaRPr>
                    </a:p>
                    <a:p>
                      <a:pPr defTabSz="4388760">
                        <a:lnSpc>
                          <a:spcPct val="100000"/>
                        </a:lnSpc>
                        <a:tabLst>
                          <a:tab algn="l" pos="0"/>
                        </a:tabLst>
                      </a:pPr>
                      <a:r>
                        <a:rPr b="0" lang="en-US" sz="1000" spc="-1" strike="noStrike">
                          <a:solidFill>
                            <a:srgbClr val="ffc000"/>
                          </a:solidFill>
                          <a:latin typeface="Arial"/>
                        </a:rPr>
                        <a:t>45 tall x 80 wide</a:t>
                      </a:r>
                      <a:endParaRPr b="0" lang="en-US" sz="1000" spc="-1" strike="noStrike">
                        <a:solidFill>
                          <a:srgbClr val="ffffff"/>
                        </a:solidFill>
                        <a:latin typeface="Arial"/>
                      </a:endParaRPr>
                    </a:p>
                  </a:txBody>
                  <a:tcPr anchor="t" marL="10512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2157480">
                <a:tc>
                  <a:txBody>
                    <a:bodyPr lIns="52560" rIns="52560" tIns="22680" bIns="22680" anchor="t">
                      <a:noAutofit/>
                    </a:bodyPr>
                    <a:p>
                      <a:endParaRPr b="0" lang="en-US" sz="1000" spc="-1" strike="noStrike">
                        <a:solidFill>
                          <a:srgbClr val="1f3a4e"/>
                        </a:solidFill>
                        <a:latin typeface="Calibri"/>
                      </a:endParaRPr>
                    </a:p>
                  </a:txBody>
                  <a:tcPr anchor="t" marL="5256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2"/>
                      <a:stretch/>
                    </a:blipFill>
                  </a:tcPr>
                </a:tc>
                <a:tc>
                  <a:txBody>
                    <a:bodyPr lIns="105120" rIns="52560" tIns="68760" bIns="22680" anchor="t">
                      <a:noAutofit/>
                    </a:bodyPr>
                    <a:p>
                      <a:pPr defTabSz="2675160">
                        <a:lnSpc>
                          <a:spcPct val="100000"/>
                        </a:lnSpc>
                      </a:pPr>
                      <a:r>
                        <a:rPr b="1" lang="en-US" sz="1200" spc="-1" strike="noStrike">
                          <a:solidFill>
                            <a:srgbClr val="ffc000"/>
                          </a:solidFill>
                          <a:latin typeface="Arial"/>
                        </a:rPr>
                        <a:t>How to </a:t>
                      </a:r>
                      <a:r>
                        <a:rPr b="1" lang="en-US" sz="2000" spc="-1" strike="noStrike">
                          <a:solidFill>
                            <a:srgbClr val="ffc000"/>
                          </a:solidFill>
                          <a:latin typeface="Arial"/>
                        </a:rPr>
                        <a:t>Zoom in </a:t>
                      </a:r>
                      <a:r>
                        <a:rPr b="1" lang="en-US" sz="1200" spc="-1" strike="noStrike">
                          <a:solidFill>
                            <a:srgbClr val="ffc000"/>
                          </a:solidFill>
                          <a:latin typeface="Arial"/>
                        </a:rPr>
                        <a:t>and </a:t>
                      </a:r>
                      <a:r>
                        <a:rPr b="1" lang="en-US" sz="900" spc="-1" strike="noStrike">
                          <a:solidFill>
                            <a:srgbClr val="ffc000"/>
                          </a:solidFill>
                          <a:latin typeface="Arial"/>
                        </a:rPr>
                        <a:t>out</a:t>
                      </a:r>
                      <a:endParaRPr b="0" lang="en-US" sz="900" spc="-1" strike="noStrike">
                        <a:solidFill>
                          <a:srgbClr val="ffffff"/>
                        </a:solidFill>
                        <a:latin typeface="Arial"/>
                      </a:endParaRPr>
                    </a:p>
                    <a:p>
                      <a:pPr defTabSz="2675160">
                        <a:lnSpc>
                          <a:spcPct val="100000"/>
                        </a:lnSpc>
                      </a:pPr>
                      <a:r>
                        <a:rPr b="0" lang="en-US" sz="1000" spc="-1" strike="noStrike">
                          <a:solidFill>
                            <a:srgbClr val="d9d9d9"/>
                          </a:solidFill>
                          <a:latin typeface="Arial"/>
                        </a:rPr>
                        <a:t>Use the PowerPoint zoom tool to adjust the screen magnification to view comfortably. PowerPoint provides 2 ways to zoom: </a:t>
                      </a:r>
                      <a:br>
                        <a:rPr sz="1000"/>
                      </a:br>
                      <a:r>
                        <a:rPr b="0" lang="en-US" sz="1000" spc="-1" strike="noStrike">
                          <a:solidFill>
                            <a:srgbClr val="ffc000"/>
                          </a:solidFill>
                          <a:latin typeface="Arial"/>
                        </a:rPr>
                        <a:t>1. </a:t>
                      </a:r>
                      <a:r>
                        <a:rPr b="0" lang="en-US" sz="1000" spc="-1" strike="noStrike">
                          <a:solidFill>
                            <a:srgbClr val="d9d9d9"/>
                          </a:solidFill>
                          <a:latin typeface="Arial"/>
                        </a:rPr>
                        <a:t>On the top menu bar click on the VIEW tab and then click on ZOOM. Choose the zoom percentage that works best for you. </a:t>
                      </a:r>
                      <a:br>
                        <a:rPr sz="1000"/>
                      </a:br>
                      <a:r>
                        <a:rPr b="0" lang="en-US" sz="1000" spc="-1" strike="noStrike">
                          <a:solidFill>
                            <a:srgbClr val="ffc000"/>
                          </a:solidFill>
                          <a:latin typeface="Arial"/>
                        </a:rPr>
                        <a:t>2. </a:t>
                      </a:r>
                      <a:r>
                        <a:rPr b="0" lang="en-US" sz="1000" spc="-1" strike="noStrike">
                          <a:solidFill>
                            <a:srgbClr val="d9d9d9"/>
                          </a:solidFill>
                          <a:latin typeface="Arial"/>
                        </a:rPr>
                        <a:t>For better zoom flexibility, use the zoom slider at the bottom right of the window.</a:t>
                      </a:r>
                      <a:endParaRPr b="0" lang="en-US" sz="1000" spc="-1" strike="noStrike">
                        <a:solidFill>
                          <a:srgbClr val="ffffff"/>
                        </a:solidFill>
                        <a:latin typeface="Arial"/>
                      </a:endParaRPr>
                    </a:p>
                  </a:txBody>
                  <a:tcPr anchor="t" marL="10512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910440">
                <a:tc gridSpan="2">
                  <a:txBody>
                    <a:bodyPr lIns="141840" rIns="70920" tIns="106560" bIns="35280" anchor="t">
                      <a:noAutofit/>
                    </a:bodyPr>
                    <a:p>
                      <a:pPr defTabSz="4388760">
                        <a:lnSpc>
                          <a:spcPct val="100000"/>
                        </a:lnSpc>
                        <a:tabLst>
                          <a:tab algn="l" pos="0"/>
                        </a:tabLst>
                      </a:pPr>
                      <a:r>
                        <a:rPr b="1" lang="en-US" sz="1200" spc="-1" strike="noStrike">
                          <a:solidFill>
                            <a:srgbClr val="ffc000"/>
                          </a:solidFill>
                          <a:latin typeface="Arial"/>
                        </a:rPr>
                        <a:t>Ruler and Guides</a:t>
                      </a:r>
                      <a:br>
                        <a:rPr sz="1000"/>
                      </a:br>
                      <a:r>
                        <a:rPr b="0" lang="en-US" sz="1000" spc="-1" strike="noStrike">
                          <a:solidFill>
                            <a:srgbClr val="d9d9d9"/>
                          </a:solidFill>
                          <a:latin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b="0" lang="en-US" sz="1000" spc="-1" strike="noStrike">
                        <a:solidFill>
                          <a:srgbClr val="ffffff"/>
                        </a:solidFill>
                        <a:latin typeface="Arial"/>
                      </a:endParaRPr>
                    </a:p>
                  </a:txBody>
                  <a:tcPr anchor="t" marL="14184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923840">
                <a:tc>
                  <a:txBody>
                    <a:bodyPr lIns="52560" rIns="52560" tIns="22680" bIns="22680" anchor="t">
                      <a:noAutofit/>
                    </a:bodyPr>
                    <a:p>
                      <a:endParaRPr b="0" lang="en-US" sz="1000" spc="-1" strike="noStrike">
                        <a:solidFill>
                          <a:srgbClr val="1f3a4e"/>
                        </a:solidFill>
                        <a:latin typeface="Calibri"/>
                      </a:endParaRPr>
                    </a:p>
                  </a:txBody>
                  <a:tcPr anchor="t" marL="5256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3"/>
                      <a:stretch/>
                    </a:blipFill>
                  </a:tcPr>
                </a:tc>
                <a:tc>
                  <a:txBody>
                    <a:bodyPr lIns="105120" rIns="52560" tIns="68760" bIns="22680" anchor="t">
                      <a:noAutofit/>
                    </a:bodyPr>
                    <a:p>
                      <a:pPr defTabSz="114480">
                        <a:lnSpc>
                          <a:spcPct val="100000"/>
                        </a:lnSpc>
                        <a:tabLst>
                          <a:tab algn="l" pos="0"/>
                        </a:tabLst>
                      </a:pPr>
                      <a:r>
                        <a:rPr b="1" lang="en-US" sz="1200" spc="-1" strike="noStrike">
                          <a:solidFill>
                            <a:srgbClr val="ffc000"/>
                          </a:solidFill>
                          <a:latin typeface="Arial"/>
                        </a:rPr>
                        <a:t>Headers and text containers</a:t>
                      </a:r>
                      <a:br>
                        <a:rPr sz="1000"/>
                      </a:br>
                      <a:r>
                        <a:rPr b="0" lang="en-US" sz="1000" spc="-1" strike="noStrike">
                          <a:solidFill>
                            <a:srgbClr val="d9d9d9"/>
                          </a:solidFill>
                          <a:latin typeface="Arial"/>
                        </a:rPr>
                        <a:t>Included in this template are commonly used section headers such as Abstract, Objectives, Methods, Results, etc. </a:t>
                      </a:r>
                      <a:br>
                        <a:rPr sz="1000"/>
                      </a:br>
                      <a:r>
                        <a:rPr b="0" lang="en-US" sz="1000" spc="-1" strike="noStrike">
                          <a:solidFill>
                            <a:srgbClr val="ffc000"/>
                          </a:solidFill>
                          <a:latin typeface="Arial"/>
                        </a:rPr>
                        <a:t>-</a:t>
                      </a:r>
                      <a:r>
                        <a:rPr b="0" lang="en-US" sz="1000" spc="-1" strike="noStrike">
                          <a:solidFill>
                            <a:schemeClr val="lt1"/>
                          </a:solidFill>
                          <a:latin typeface="Arial"/>
                        </a:rPr>
                        <a:t> </a:t>
                      </a:r>
                      <a:r>
                        <a:rPr b="0" lang="en-US" sz="1000" spc="-1" strike="noStrike">
                          <a:solidFill>
                            <a:srgbClr val="d9d9d9"/>
                          </a:solidFill>
                          <a:latin typeface="Arial"/>
                        </a:rPr>
                        <a:t>Click inside a section header to add its text. </a:t>
                      </a:r>
                      <a:br>
                        <a:rPr sz="1000"/>
                      </a:br>
                      <a:r>
                        <a:rPr b="0" lang="en-US" sz="1000" spc="-1" strike="noStrike">
                          <a:solidFill>
                            <a:srgbClr val="ffc000"/>
                          </a:solidFill>
                          <a:latin typeface="Arial"/>
                        </a:rPr>
                        <a:t>-</a:t>
                      </a:r>
                      <a:r>
                        <a:rPr b="0" lang="en-US" sz="1000" spc="-1" strike="noStrike">
                          <a:solidFill>
                            <a:schemeClr val="lt1"/>
                          </a:solidFill>
                          <a:latin typeface="Arial"/>
                        </a:rPr>
                        <a:t> </a:t>
                      </a:r>
                      <a:r>
                        <a:rPr b="0" lang="en-US" sz="1000" spc="-1" strike="noStrike">
                          <a:solidFill>
                            <a:srgbClr val="d9d9d9"/>
                          </a:solidFill>
                          <a:latin typeface="Arial"/>
                        </a:rPr>
                        <a:t>To add another header, click on edge of the section box so that it is outlined. Copy and paste it. </a:t>
                      </a:r>
                      <a:br>
                        <a:rPr sz="1000"/>
                      </a:br>
                      <a:r>
                        <a:rPr b="0" lang="en-US" sz="1000" spc="-1" strike="noStrike">
                          <a:solidFill>
                            <a:srgbClr val="ffc000"/>
                          </a:solidFill>
                          <a:latin typeface="Arial"/>
                        </a:rPr>
                        <a:t>-</a:t>
                      </a:r>
                      <a:r>
                        <a:rPr b="0" lang="en-US" sz="1000" spc="-1" strike="noStrike">
                          <a:solidFill>
                            <a:schemeClr val="lt1"/>
                          </a:solidFill>
                          <a:latin typeface="Arial"/>
                        </a:rPr>
                        <a:t> </a:t>
                      </a:r>
                      <a:r>
                        <a:rPr b="0" lang="en-US" sz="1000" spc="-1" strike="noStrike">
                          <a:solidFill>
                            <a:srgbClr val="d9d9d9"/>
                          </a:solidFill>
                          <a:latin typeface="Arial"/>
                        </a:rPr>
                        <a:t>To increase its size, click on the white circles and expand to the the desired size.</a:t>
                      </a:r>
                      <a:endParaRPr b="0" lang="en-US" sz="1000" spc="-1" strike="noStrike">
                        <a:solidFill>
                          <a:srgbClr val="ffffff"/>
                        </a:solidFill>
                        <a:latin typeface="Arial"/>
                      </a:endParaRPr>
                    </a:p>
                  </a:txBody>
                  <a:tcPr anchor="t" marL="10512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1770480">
                <a:tc gridSpan="2">
                  <a:txBody>
                    <a:bodyPr lIns="141840" rIns="70920" tIns="106560" bIns="35280" anchor="t">
                      <a:noAutofit/>
                    </a:bodyPr>
                    <a:p>
                      <a:pPr defTabSz="2675160">
                        <a:lnSpc>
                          <a:spcPct val="100000"/>
                        </a:lnSpc>
                      </a:pPr>
                      <a:r>
                        <a:rPr b="1" lang="en-US" sz="1200" spc="-1" strike="noStrike">
                          <a:solidFill>
                            <a:srgbClr val="ffc000"/>
                          </a:solidFill>
                          <a:latin typeface="Arial"/>
                        </a:rPr>
                        <a:t>Adding content to the poster</a:t>
                      </a:r>
                      <a:endParaRPr b="0" lang="en-US" sz="1200" spc="-1" strike="noStrike">
                        <a:solidFill>
                          <a:srgbClr val="ffffff"/>
                        </a:solidFill>
                        <a:latin typeface="Arial"/>
                      </a:endParaRPr>
                    </a:p>
                    <a:p>
                      <a:pPr defTabSz="2675160">
                        <a:lnSpc>
                          <a:spcPct val="100000"/>
                        </a:lnSpc>
                      </a:pPr>
                      <a:r>
                        <a:rPr b="0" lang="en-US" sz="1000" spc="-1" strike="noStrike">
                          <a:solidFill>
                            <a:srgbClr val="d9d9d9"/>
                          </a:solidFill>
                          <a:latin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b="0" lang="en-US" sz="1000" spc="-1" strike="noStrike">
                        <a:solidFill>
                          <a:srgbClr val="ffffff"/>
                        </a:solidFill>
                        <a:latin typeface="Arial"/>
                      </a:endParaRPr>
                    </a:p>
                    <a:p>
                      <a:pPr marL="343080" indent="-343080" defTabSz="2675160">
                        <a:lnSpc>
                          <a:spcPct val="100000"/>
                        </a:lnSpc>
                        <a:buClr>
                          <a:srgbClr val="d9d9d9"/>
                        </a:buClr>
                        <a:buFont typeface="OpenSymbol"/>
                        <a:buChar char="-"/>
                      </a:pPr>
                      <a:r>
                        <a:rPr b="0" lang="en-US" sz="1000" spc="-1" strike="noStrike">
                          <a:solidFill>
                            <a:srgbClr val="d9d9d9"/>
                          </a:solidFill>
                          <a:latin typeface="Arial"/>
                        </a:rPr>
                        <a:t>If you run out of room, try to reduce the size of your fonts and/or the size of your graphics. If there is a lot of empty space try to increase your font sizes and the size of your graphics. The font used for references can be smaller.</a:t>
                      </a:r>
                      <a:endParaRPr b="0" lang="en-US" sz="1000" spc="-1" strike="noStrike">
                        <a:solidFill>
                          <a:srgbClr val="ffffff"/>
                        </a:solidFill>
                        <a:latin typeface="Arial"/>
                      </a:endParaRPr>
                    </a:p>
                  </a:txBody>
                  <a:tcPr anchor="t" marL="14184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196280">
                <a:tc gridSpan="2">
                  <a:txBody>
                    <a:bodyPr lIns="70920" rIns="70920" tIns="35280" bIns="35280" anchor="t">
                      <a:noAutofit/>
                    </a:bodyPr>
                    <a:p>
                      <a:pPr defTabSz="1518480">
                        <a:lnSpc>
                          <a:spcPct val="100000"/>
                        </a:lnSpc>
                        <a:tabLst>
                          <a:tab algn="l" pos="0"/>
                        </a:tabLst>
                      </a:pPr>
                      <a:r>
                        <a:rPr b="1" lang="en-US" sz="1200" spc="-1" strike="noStrike">
                          <a:solidFill>
                            <a:srgbClr val="ffc000"/>
                          </a:solidFill>
                          <a:latin typeface="Arial"/>
                        </a:rPr>
                        <a:t>Photos</a:t>
                      </a:r>
                      <a:endParaRPr b="0" lang="en-US" sz="1200" spc="-1" strike="noStrike">
                        <a:solidFill>
                          <a:srgbClr val="ffffff"/>
                        </a:solidFill>
                        <a:latin typeface="Arial"/>
                      </a:endParaRPr>
                    </a:p>
                    <a:p>
                      <a:pPr defTabSz="977760">
                        <a:lnSpc>
                          <a:spcPct val="100000"/>
                        </a:lnSpc>
                        <a:tabLst>
                          <a:tab algn="l" pos="0"/>
                        </a:tabLst>
                      </a:pPr>
                      <a:r>
                        <a:rPr b="0" lang="en-US" sz="1000" spc="-1" strike="noStrike">
                          <a:solidFill>
                            <a:srgbClr val="d9d9d9"/>
                          </a:solidFill>
                          <a:latin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b="0" lang="en-US" sz="1000" spc="-1" strike="noStrike">
                        <a:solidFill>
                          <a:srgbClr val="ffffff"/>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153440">
                <a:tc gridSpan="2">
                  <a:txBody>
                    <a:bodyPr lIns="70920" rIns="70920" tIns="35280" bIns="35280" anchor="t">
                      <a:noAutofit/>
                    </a:bodyPr>
                    <a:p>
                      <a:endParaRPr b="0" lang="en-US" sz="1000" spc="-1" strike="noStrike">
                        <a:solidFill>
                          <a:schemeClr val="lt1"/>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4"/>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644040">
                <a:tc gridSpan="2">
                  <a:txBody>
                    <a:bodyPr lIns="70920" rIns="70920" tIns="35280" bIns="35280" anchor="t">
                      <a:noAutofit/>
                    </a:bodyPr>
                    <a:p>
                      <a:pPr defTabSz="1518480">
                        <a:lnSpc>
                          <a:spcPct val="100000"/>
                        </a:lnSpc>
                        <a:tabLst>
                          <a:tab algn="l" pos="0"/>
                        </a:tabLst>
                      </a:pPr>
                      <a:r>
                        <a:rPr b="1" lang="en-US" sz="1200" spc="-1" strike="noStrike">
                          <a:solidFill>
                            <a:srgbClr val="ffc000"/>
                          </a:solidFill>
                          <a:latin typeface="Arial"/>
                        </a:rPr>
                        <a:t>Quality check your graphics</a:t>
                      </a:r>
                      <a:endParaRPr b="0" lang="en-US" sz="1200" spc="-1" strike="noStrike">
                        <a:solidFill>
                          <a:srgbClr val="ffffff"/>
                        </a:solidFill>
                        <a:latin typeface="Arial"/>
                      </a:endParaRPr>
                    </a:p>
                    <a:p>
                      <a:pPr defTabSz="1518480">
                        <a:lnSpc>
                          <a:spcPct val="100000"/>
                        </a:lnSpc>
                        <a:tabLst>
                          <a:tab algn="l" pos="0"/>
                        </a:tabLst>
                      </a:pPr>
                      <a:r>
                        <a:rPr b="0" lang="en-US" sz="1000" spc="-1" strike="noStrike">
                          <a:solidFill>
                            <a:srgbClr val="d9d9d9"/>
                          </a:solidFill>
                          <a:latin typeface="Arial"/>
                        </a:rPr>
                        <a:t>Zoom in and look at your images at 100%-200% magnification. If they look clear, they will print well. </a:t>
                      </a:r>
                      <a:endParaRPr b="0" lang="en-US" sz="1000" spc="-1" strike="noStrike">
                        <a:solidFill>
                          <a:srgbClr val="ffffff"/>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603440">
                <a:tc gridSpan="2">
                  <a:txBody>
                    <a:bodyPr lIns="70920" rIns="70920" tIns="35280" bIns="35280" anchor="t">
                      <a:noAutofit/>
                    </a:bodyPr>
                    <a:p>
                      <a:endParaRPr b="0" lang="en-US" sz="1000" spc="-1" strike="noStrike">
                        <a:solidFill>
                          <a:schemeClr val="lt1"/>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5"/>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graphicFrame>
        <p:nvGraphicFramePr>
          <p:cNvPr id="5" name="Table 8"/>
          <p:cNvGraphicFramePr/>
          <p:nvPr/>
        </p:nvGraphicFramePr>
        <p:xfrm>
          <a:off x="29619720" y="0"/>
          <a:ext cx="5621400" cy="16716960"/>
        </p:xfrm>
        <a:graphic>
          <a:graphicData uri="http://schemas.openxmlformats.org/drawingml/2006/table">
            <a:tbl>
              <a:tblPr/>
              <a:tblGrid>
                <a:gridCol w="2095560"/>
                <a:gridCol w="681480"/>
                <a:gridCol w="2844360"/>
              </a:tblGrid>
              <a:tr h="646560">
                <a:tc gridSpan="3">
                  <a:txBody>
                    <a:bodyPr lIns="95040" rIns="95040" tIns="47520" bIns="47520" anchor="t">
                      <a:noAutofit/>
                    </a:bodyPr>
                    <a:p>
                      <a:pPr algn="ctr" defTabSz="4388760">
                        <a:lnSpc>
                          <a:spcPct val="100000"/>
                        </a:lnSpc>
                        <a:tabLst>
                          <a:tab algn="l" pos="0"/>
                        </a:tabLst>
                      </a:pPr>
                      <a:r>
                        <a:rPr b="0" lang="en-US" sz="2100" spc="599" strike="noStrike">
                          <a:solidFill>
                            <a:srgbClr val="1f3a4e"/>
                          </a:solidFill>
                          <a:latin typeface="Arial Black"/>
                        </a:rPr>
                        <a:t>QUICK START GUIDE</a:t>
                      </a:r>
                      <a:br>
                        <a:rPr sz="2100"/>
                      </a:br>
                      <a:r>
                        <a:rPr b="1" lang="en-US" sz="1700" spc="-1" strike="noStrike">
                          <a:solidFill>
                            <a:srgbClr val="ff0000"/>
                          </a:solidFill>
                          <a:latin typeface="Trebuchet MS"/>
                        </a:rPr>
                        <a:t>(THIS SIDEBAR WILL NOT PRINT)</a:t>
                      </a:r>
                      <a:endParaRPr b="0" lang="en-US" sz="1700" spc="-1" strike="noStrike">
                        <a:solidFill>
                          <a:srgbClr val="000000"/>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579760">
                <a:tc gridSpan="3">
                  <a:txBody>
                    <a:bodyPr lIns="95040" rIns="95040" tIns="47520" bIns="47520" anchor="t">
                      <a:noAutofit/>
                    </a:bodyPr>
                    <a:p>
                      <a:pPr defTabSz="2675160">
                        <a:lnSpc>
                          <a:spcPct val="100000"/>
                        </a:lnSpc>
                      </a:pPr>
                      <a:r>
                        <a:rPr b="1" lang="en-US" sz="1500" spc="-1" strike="noStrike">
                          <a:solidFill>
                            <a:srgbClr val="ffc000"/>
                          </a:solidFill>
                          <a:latin typeface="Arial"/>
                        </a:rPr>
                        <a:t>How to change the template colors</a:t>
                      </a:r>
                      <a:endParaRPr b="0" lang="en-US" sz="15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You can change the overall template color theme by clicking on the COLORS dropdown menu under the DESIGN tab. You can see a tutorial here: </a:t>
                      </a:r>
                      <a:r>
                        <a:rPr b="0" lang="en-US" sz="1300" spc="-1" strike="noStrike" u="sng">
                          <a:solidFill>
                            <a:srgbClr val="ffc000"/>
                          </a:solidFill>
                          <a:uFillTx/>
                          <a:latin typeface="Calibri"/>
                          <a:hlinkClick r:id="rId6"/>
                        </a:rPr>
                        <a:t>https://www.posterpresentations.com/how-to-change-the-research-poster-template-colors.html</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You can also manually change the color of individual elements by going to VIEW &gt; SLIDE MASTER. On the left side of your screen select the background master where you can change the template background, column sizes, etc. </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After you finish working on the SLIDE MASTER, it is important that you go to VIEW &gt; NORMAL to continue working on your poster. </a:t>
                      </a: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0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352160">
                <a:tc gridSpan="3">
                  <a:txBody>
                    <a:bodyPr lIns="190440" rIns="95040" tIns="142560" bIns="47520" anchor="t">
                      <a:noAutofit/>
                    </a:bodyPr>
                    <a:p>
                      <a:pPr defTabSz="2675160">
                        <a:lnSpc>
                          <a:spcPct val="100000"/>
                        </a:lnSpc>
                      </a:pPr>
                      <a:r>
                        <a:rPr b="1" lang="en-US" sz="1500" spc="-1" strike="noStrike">
                          <a:solidFill>
                            <a:srgbClr val="ffc000"/>
                          </a:solidFill>
                          <a:latin typeface="Arial"/>
                        </a:rPr>
                        <a:t>How to change the column layout configuration</a:t>
                      </a:r>
                      <a:endParaRPr b="0" lang="en-US" sz="1500" spc="-1" strike="noStrike">
                        <a:solidFill>
                          <a:srgbClr val="ffffff"/>
                        </a:solidFill>
                        <a:latin typeface="Arial"/>
                      </a:endParaRPr>
                    </a:p>
                    <a:p>
                      <a:pPr defTabSz="2675160">
                        <a:lnSpc>
                          <a:spcPct val="100000"/>
                        </a:lnSpc>
                      </a:pPr>
                      <a:r>
                        <a:rPr b="0" lang="en-US" sz="1300" spc="-1" strike="noStrike">
                          <a:solidFill>
                            <a:srgbClr val="d9d9d9"/>
                          </a:solidFill>
                          <a:latin typeface="Arial"/>
                        </a:rPr>
                        <a:t>You can manually change the configuration on the columns by going to VIEW &gt; SLIDE MASTER. You can delete columns, resize them or modify them as needed for your layout. </a:t>
                      </a:r>
                      <a:endParaRPr b="0" lang="en-US" sz="1300" spc="-1" strike="noStrike">
                        <a:solidFill>
                          <a:srgbClr val="ffffff"/>
                        </a:solidFill>
                        <a:latin typeface="Arial"/>
                      </a:endParaRPr>
                    </a:p>
                    <a:p>
                      <a:pPr defTabSz="3765240">
                        <a:lnSpc>
                          <a:spcPct val="100000"/>
                        </a:lnSpc>
                        <a:tabLst>
                          <a:tab algn="l" pos="0"/>
                        </a:tabLst>
                      </a:pPr>
                      <a:r>
                        <a:rPr b="0" lang="en-US" sz="1300" spc="-1" strike="noStrike">
                          <a:solidFill>
                            <a:srgbClr val="d9d9d9"/>
                          </a:solidFill>
                          <a:latin typeface="Arial"/>
                        </a:rPr>
                        <a:t>You can see a tutorial here: </a:t>
                      </a:r>
                      <a:r>
                        <a:rPr b="0" lang="en-US" sz="1300" spc="-1" strike="noStrike" u="sng">
                          <a:solidFill>
                            <a:srgbClr val="ffc000"/>
                          </a:solidFill>
                          <a:uFillTx/>
                          <a:latin typeface="Arial"/>
                        </a:rPr>
                        <a:t>https://www.posterpresentations.com/how-to-change-the-column-configuration.html</a:t>
                      </a:r>
                      <a:endParaRPr b="0" lang="en-US" sz="1300" spc="-1" strike="noStrike">
                        <a:solidFill>
                          <a:srgbClr val="ffffff"/>
                        </a:solidFill>
                        <a:latin typeface="Arial"/>
                      </a:endParaRPr>
                    </a:p>
                  </a:txBody>
                  <a:tcPr anchor="t" marL="1904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0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586880">
                <a:tc gridSpan="2">
                  <a:txBody>
                    <a:bodyPr lIns="95040" rIns="95040" tIns="47520" bIns="47520" anchor="t">
                      <a:noAutofit/>
                    </a:bodyPr>
                    <a:p>
                      <a:endParaRPr b="0" lang="en-US" sz="1300" spc="-1" strike="noStrike">
                        <a:solidFill>
                          <a:srgbClr val="d9d9d9"/>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7"/>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rowSpan="2">
                  <a:txBody>
                    <a:bodyPr lIns="95040" rIns="95040" tIns="47520" bIns="47520" anchor="t">
                      <a:noAutofit/>
                    </a:bodyPr>
                    <a:p>
                      <a:pPr defTabSz="1518480">
                        <a:lnSpc>
                          <a:spcPct val="100000"/>
                        </a:lnSpc>
                        <a:tabLst>
                          <a:tab algn="l" pos="0"/>
                        </a:tabLst>
                      </a:pPr>
                      <a:r>
                        <a:rPr b="1" lang="en-US" sz="1500" spc="-1" strike="noStrike">
                          <a:solidFill>
                            <a:srgbClr val="ffc000"/>
                          </a:solidFill>
                          <a:latin typeface="Arial"/>
                        </a:rPr>
                        <a:t>How to hide the QUICK START GUIDE bars from the sides of the template</a:t>
                      </a:r>
                      <a:endParaRPr b="0" lang="en-US" sz="15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The Quick Start Guides </a:t>
                      </a:r>
                      <a:r>
                        <a:rPr b="0" lang="en-US" sz="1300" spc="-1" strike="noStrike" u="sng">
                          <a:solidFill>
                            <a:srgbClr val="d9d9d9"/>
                          </a:solidFill>
                          <a:uFillTx/>
                          <a:latin typeface="Arial"/>
                        </a:rPr>
                        <a:t>are outside the template’s printable area</a:t>
                      </a:r>
                      <a:r>
                        <a:rPr b="0" lang="en-US" sz="1300" spc="-1" strike="noStrike">
                          <a:solidFill>
                            <a:srgbClr val="d9d9d9"/>
                          </a:solidFill>
                          <a:latin typeface="Arial"/>
                        </a:rPr>
                        <a:t> and they will not be on the printed poster. </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If you create a PDF file from your template, the guides will not be included.</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1653120">
                <a:tc gridSpan="2">
                  <a:txBody>
                    <a:bodyPr lIns="95040" rIns="95040" tIns="47520" bIns="47520" anchor="t">
                      <a:noAutofit/>
                    </a:bodyPr>
                    <a:p>
                      <a:pPr defTabSz="1518480">
                        <a:lnSpc>
                          <a:spcPct val="100000"/>
                        </a:lnSpc>
                        <a:tabLst>
                          <a:tab algn="l" pos="0"/>
                        </a:tabLst>
                      </a:pPr>
                      <a:endParaRPr b="0" lang="en-US" sz="1300" spc="-1" strike="noStrike">
                        <a:solidFill>
                          <a:srgbClr val="ffffff"/>
                        </a:solidFill>
                        <a:latin typeface="Arial"/>
                      </a:endParaRPr>
                    </a:p>
                    <a:p>
                      <a:pPr defTabSz="1518480">
                        <a:lnSpc>
                          <a:spcPct val="100000"/>
                        </a:lnSpc>
                        <a:tabLst>
                          <a:tab algn="l" pos="0"/>
                        </a:tabLst>
                      </a:pPr>
                      <a:r>
                        <a:rPr b="0" lang="en-US" sz="1300" spc="-1" strike="noStrike">
                          <a:solidFill>
                            <a:srgbClr val="d9d9d9"/>
                          </a:solidFill>
                          <a:latin typeface="Arial"/>
                        </a:rPr>
                        <a:t>To hide the guides click on the </a:t>
                      </a:r>
                      <a:r>
                        <a:rPr b="1" lang="en-US" sz="1300" spc="-1" strike="noStrike">
                          <a:solidFill>
                            <a:srgbClr val="d9d9d9"/>
                          </a:solidFill>
                          <a:latin typeface="Arial"/>
                        </a:rPr>
                        <a:t>Home</a:t>
                      </a:r>
                      <a:r>
                        <a:rPr b="0" lang="en-US" sz="1300" spc="-1" strike="noStrike">
                          <a:solidFill>
                            <a:srgbClr val="d9d9d9"/>
                          </a:solidFill>
                          <a:latin typeface="Arial"/>
                        </a:rPr>
                        <a:t> tab (top of the screen) and then click on the </a:t>
                      </a:r>
                      <a:r>
                        <a:rPr b="1" lang="en-US" sz="1300" spc="-1" strike="noStrike">
                          <a:solidFill>
                            <a:srgbClr val="d9d9d9"/>
                          </a:solidFill>
                          <a:latin typeface="Arial"/>
                        </a:rPr>
                        <a:t>Layout</a:t>
                      </a:r>
                      <a:r>
                        <a:rPr b="0" lang="en-US" sz="1300" spc="-1" strike="noStrike">
                          <a:solidFill>
                            <a:srgbClr val="d9d9d9"/>
                          </a:solidFill>
                          <a:latin typeface="Arial"/>
                        </a:rPr>
                        <a:t> button below to see the available layouts. Choose the </a:t>
                      </a:r>
                      <a:r>
                        <a:rPr b="1" lang="en-US" sz="1300" spc="-1" strike="noStrike">
                          <a:solidFill>
                            <a:srgbClr val="d9d9d9"/>
                          </a:solidFill>
                          <a:latin typeface="Arial"/>
                        </a:rPr>
                        <a:t>Without Guides </a:t>
                      </a:r>
                      <a:r>
                        <a:rPr b="0" lang="en-US" sz="1300" spc="-1" strike="noStrike">
                          <a:solidFill>
                            <a:srgbClr val="d9d9d9"/>
                          </a:solidFill>
                          <a:latin typeface="Arial"/>
                        </a:rPr>
                        <a:t>layout.</a:t>
                      </a:r>
                      <a:endParaRPr b="0" lang="en-US" sz="1300" spc="-1" strike="noStrike">
                        <a:solidFill>
                          <a:srgbClr val="ffffff"/>
                        </a:solidFill>
                        <a:latin typeface="Arial"/>
                      </a:endParaRPr>
                    </a:p>
                    <a:p>
                      <a:pPr defTabSz="1518480">
                        <a:lnSpc>
                          <a:spcPct val="100000"/>
                        </a:lnSpc>
                        <a:tabLst>
                          <a:tab algn="l" pos="0"/>
                        </a:tabLst>
                      </a:pP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670040">
                <a:tc gridSpan="2">
                  <a:txBody>
                    <a:bodyPr lIns="95040" rIns="95040" tIns="47520" bIns="47520" anchor="t">
                      <a:noAutofit/>
                    </a:bodyPr>
                    <a:p>
                      <a:pPr defTabSz="2675160">
                        <a:lnSpc>
                          <a:spcPct val="100000"/>
                        </a:lnSpc>
                      </a:pPr>
                      <a:r>
                        <a:rPr b="1" lang="en-US" sz="1500" spc="-1" strike="noStrike">
                          <a:solidFill>
                            <a:srgbClr val="ffc000"/>
                          </a:solidFill>
                          <a:latin typeface="Arial"/>
                        </a:rPr>
                        <a:t>How to preview your poster prior to presenting</a:t>
                      </a:r>
                      <a:endParaRPr b="0" lang="en-US" sz="1500" spc="-1" strike="noStrike">
                        <a:solidFill>
                          <a:srgbClr val="ffffff"/>
                        </a:solidFill>
                        <a:latin typeface="Arial"/>
                      </a:endParaRPr>
                    </a:p>
                    <a:p>
                      <a:pPr defTabSz="2675160">
                        <a:lnSpc>
                          <a:spcPct val="100000"/>
                        </a:lnSpc>
                      </a:pPr>
                      <a:r>
                        <a:rPr b="0" lang="en-US" sz="1300" spc="-1" strike="noStrike">
                          <a:solidFill>
                            <a:srgbClr val="d9d9d9"/>
                          </a:solidFill>
                          <a:latin typeface="Arial"/>
                        </a:rPr>
                        <a:t>You can preview your poster at any time by pressing the </a:t>
                      </a:r>
                      <a:r>
                        <a:rPr b="0" lang="en-US" sz="1300" spc="-1" strike="noStrike">
                          <a:solidFill>
                            <a:srgbClr val="ffc000"/>
                          </a:solidFill>
                          <a:latin typeface="Arial"/>
                        </a:rPr>
                        <a:t>F5 key</a:t>
                      </a:r>
                      <a:r>
                        <a:rPr b="0" lang="en-US" sz="1300" spc="-1" strike="noStrike">
                          <a:solidFill>
                            <a:srgbClr val="d9d9d9"/>
                          </a:solidFill>
                          <a:latin typeface="Arial"/>
                        </a:rPr>
                        <a:t> on your keyboard. You will see on the screen what's on your poster and how it should look when printed. Press the </a:t>
                      </a:r>
                      <a:r>
                        <a:rPr b="0" lang="en-US" sz="1300" spc="-1" strike="noStrike">
                          <a:solidFill>
                            <a:srgbClr val="ffc000"/>
                          </a:solidFill>
                          <a:latin typeface="Arial"/>
                        </a:rPr>
                        <a:t>ESC key </a:t>
                      </a:r>
                      <a:r>
                        <a:rPr b="0" lang="en-US" sz="1300" spc="-1" strike="noStrike">
                          <a:solidFill>
                            <a:srgbClr val="d9d9d9"/>
                          </a:solidFill>
                          <a:latin typeface="Arial"/>
                        </a:rPr>
                        <a:t>to exit Preview.</a:t>
                      </a: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106560" rIns="53280" tIns="69840" bIns="23040" anchor="ctr">
                      <a:noAutofit/>
                    </a:bodyPr>
                    <a:p>
                      <a:pPr defTabSz="2675160">
                        <a:lnSpc>
                          <a:spcPct val="100000"/>
                        </a:lnSpc>
                      </a:pPr>
                      <a:r>
                        <a:rPr b="1" lang="en-US" sz="5900" spc="-1" strike="noStrike">
                          <a:solidFill>
                            <a:srgbClr val="d9d9d9"/>
                          </a:solidFill>
                          <a:latin typeface="Arial"/>
                        </a:rPr>
                        <a:t>F5</a:t>
                      </a:r>
                      <a:r>
                        <a:rPr b="0" lang="en-US" sz="1300" spc="-1" strike="noStrike">
                          <a:solidFill>
                            <a:srgbClr val="d9d9d9"/>
                          </a:solidFill>
                          <a:latin typeface="Arial"/>
                        </a:rPr>
                        <a:t> </a:t>
                      </a:r>
                      <a:endParaRPr b="0" lang="en-US" sz="1300" spc="-1" strike="noStrike">
                        <a:solidFill>
                          <a:srgbClr val="ffffff"/>
                        </a:solidFill>
                        <a:latin typeface="Arial"/>
                      </a:endParaRPr>
                    </a:p>
                  </a:txBody>
                  <a:tcPr anchor="ctr" marL="106560" marR="53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95000"/>
                        <a:lumOff val="5000"/>
                      </a:schemeClr>
                    </a:solidFill>
                  </a:tcPr>
                </a:tc>
              </a:tr>
              <a:tr h="880560">
                <a:tc gridSpan="3">
                  <a:txBody>
                    <a:bodyPr lIns="95040" rIns="95040" tIns="47520" bIns="47520" anchor="t">
                      <a:noAutofit/>
                    </a:bodyPr>
                    <a:p>
                      <a:pPr defTabSz="1518480">
                        <a:lnSpc>
                          <a:spcPct val="100000"/>
                        </a:lnSpc>
                        <a:tabLst>
                          <a:tab algn="l" pos="0"/>
                        </a:tabLst>
                      </a:pPr>
                      <a:r>
                        <a:rPr b="1" lang="en-US" sz="1500" spc="-1" strike="noStrike">
                          <a:solidFill>
                            <a:srgbClr val="ffc000"/>
                          </a:solidFill>
                          <a:latin typeface="Arial"/>
                        </a:rPr>
                        <a:t>How to present your poster</a:t>
                      </a:r>
                      <a:endParaRPr b="0" lang="en-US" sz="15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When you finish designing your poster and are ready to virtually present it, follow the conference organizers' instructions. </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4224600">
                <a:tc gridSpan="3">
                  <a:txBody>
                    <a:bodyPr lIns="95040" rIns="95040" tIns="47520" bIns="47520" anchor="t">
                      <a:noAutofit/>
                    </a:bodyPr>
                    <a:p>
                      <a:pPr defTabSz="1518480">
                        <a:lnSpc>
                          <a:spcPct val="100000"/>
                        </a:lnSpc>
                        <a:tabLst>
                          <a:tab algn="l" pos="0"/>
                        </a:tabLst>
                      </a:pPr>
                      <a:r>
                        <a:rPr b="1" lang="en-US" sz="1600" spc="-1" strike="noStrike">
                          <a:solidFill>
                            <a:srgbClr val="ffc000"/>
                          </a:solidFill>
                          <a:latin typeface="Arial"/>
                        </a:rPr>
                        <a:t>Publish, present virtually, share, and discuss!</a:t>
                      </a:r>
                      <a:endParaRPr b="0" lang="en-US" sz="1600" spc="-1" strike="noStrike">
                        <a:solidFill>
                          <a:srgbClr val="ffffff"/>
                        </a:solidFill>
                        <a:latin typeface="Arial"/>
                      </a:endParaRPr>
                    </a:p>
                    <a:p>
                      <a:pPr defTabSz="114480">
                        <a:lnSpc>
                          <a:spcPct val="100000"/>
                        </a:lnSpc>
                        <a:tabLst>
                          <a:tab algn="l" pos="0"/>
                        </a:tabLst>
                      </a:pPr>
                      <a:r>
                        <a:rPr b="1" lang="en-US" sz="1400" spc="-1" strike="noStrike">
                          <a:solidFill>
                            <a:srgbClr val="d9d9d9"/>
                          </a:solidFill>
                          <a:latin typeface="Arial"/>
                        </a:rPr>
                        <a:t>Submit your poster and add it to the Research Poster Virtual Library.</a:t>
                      </a:r>
                      <a:br>
                        <a:rPr sz="1400"/>
                      </a:br>
                      <a:br>
                        <a:rPr sz="1400"/>
                      </a:br>
                      <a:r>
                        <a:rPr b="1" lang="en-US" sz="1400" spc="-1" strike="noStrike">
                          <a:solidFill>
                            <a:schemeClr val="accent4"/>
                          </a:solidFill>
                          <a:latin typeface="Arial"/>
                        </a:rPr>
                        <a:t>Continuous</a:t>
                      </a:r>
                      <a:r>
                        <a:rPr b="1" lang="en-US" sz="1400" spc="-1" strike="noStrike">
                          <a:solidFill>
                            <a:srgbClr val="d9d9d9"/>
                          </a:solidFill>
                          <a:latin typeface="Arial"/>
                        </a:rPr>
                        <a:t> </a:t>
                      </a:r>
                      <a:r>
                        <a:rPr b="1" lang="en-US" sz="1400" spc="-1" strike="noStrike">
                          <a:solidFill>
                            <a:srgbClr val="ffc000"/>
                          </a:solidFill>
                          <a:latin typeface="Arial"/>
                        </a:rPr>
                        <a:t>global reach</a:t>
                      </a:r>
                      <a:endParaRPr b="0" lang="en-US" sz="1400" spc="-1" strike="noStrike">
                        <a:solidFill>
                          <a:srgbClr val="ffffff"/>
                        </a:solidFill>
                        <a:latin typeface="Arial"/>
                      </a:endParaRPr>
                    </a:p>
                    <a:p>
                      <a:pPr defTabSz="114480">
                        <a:lnSpc>
                          <a:spcPct val="100000"/>
                        </a:lnSpc>
                        <a:tabLst>
                          <a:tab algn="l" pos="0"/>
                        </a:tabLst>
                      </a:pPr>
                      <a:r>
                        <a:rPr b="0" lang="en-US" sz="1400" spc="-1" strike="noStrike">
                          <a:solidFill>
                            <a:srgbClr val="d9d9d9"/>
                          </a:solidFill>
                          <a:latin typeface="Arial"/>
                        </a:rPr>
                        <a:t>Share your research with thousands of students, educators, scientists, and researchers from all over the United States and the World.</a:t>
                      </a:r>
                      <a:endParaRPr b="0" lang="en-US" sz="1400" spc="-1" strike="noStrike">
                        <a:solidFill>
                          <a:srgbClr val="ffffff"/>
                        </a:solidFill>
                        <a:latin typeface="Arial"/>
                      </a:endParaRPr>
                    </a:p>
                    <a:p>
                      <a:pPr defTabSz="114480">
                        <a:lnSpc>
                          <a:spcPct val="100000"/>
                        </a:lnSpc>
                        <a:tabLst>
                          <a:tab algn="l" pos="0"/>
                        </a:tabLst>
                      </a:pPr>
                      <a:endParaRPr b="0" lang="en-US" sz="1400" spc="-1" strike="noStrike">
                        <a:solidFill>
                          <a:srgbClr val="ffffff"/>
                        </a:solidFill>
                        <a:latin typeface="Arial"/>
                      </a:endParaRPr>
                    </a:p>
                    <a:p>
                      <a:pPr defTabSz="114480">
                        <a:lnSpc>
                          <a:spcPct val="100000"/>
                        </a:lnSpc>
                        <a:tabLst>
                          <a:tab algn="l" pos="0"/>
                        </a:tabLst>
                      </a:pPr>
                      <a:r>
                        <a:rPr b="1" lang="en-US" sz="1400" spc="-1" strike="noStrike">
                          <a:solidFill>
                            <a:srgbClr val="ffc000"/>
                          </a:solidFill>
                          <a:latin typeface="Arial"/>
                        </a:rPr>
                        <a:t>Full-featured poster showcase included</a:t>
                      </a:r>
                      <a:endParaRPr b="0" lang="en-US" sz="1400" spc="-1" strike="noStrike">
                        <a:solidFill>
                          <a:srgbClr val="ffffff"/>
                        </a:solidFill>
                        <a:latin typeface="Arial"/>
                      </a:endParaRPr>
                    </a:p>
                    <a:p>
                      <a:pPr defTabSz="114480">
                        <a:lnSpc>
                          <a:spcPct val="100000"/>
                        </a:lnSpc>
                        <a:tabLst>
                          <a:tab algn="l" pos="0"/>
                        </a:tabLst>
                      </a:pPr>
                      <a:r>
                        <a:rPr b="0" lang="en-US" sz="1400" spc="-1" strike="noStrike">
                          <a:solidFill>
                            <a:srgbClr val="d9d9d9"/>
                          </a:solidFill>
                          <a:latin typeface="Arial"/>
                        </a:rPr>
                        <a:t>Present your poster on a  professional full-featured and customizable web page that includes full screen functions, social sharing, your own discussion board, private contact form, narration and more.</a:t>
                      </a:r>
                      <a:endParaRPr b="0" lang="en-US" sz="1400" spc="-1" strike="noStrike">
                        <a:solidFill>
                          <a:srgbClr val="ffffff"/>
                        </a:solidFill>
                        <a:latin typeface="Arial"/>
                      </a:endParaRPr>
                    </a:p>
                    <a:p>
                      <a:pPr defTabSz="114480">
                        <a:lnSpc>
                          <a:spcPct val="100000"/>
                        </a:lnSpc>
                        <a:tabLst>
                          <a:tab algn="l" pos="0"/>
                        </a:tabLst>
                      </a:pPr>
                      <a:endParaRPr b="0" lang="en-US" sz="1400" spc="-1" strike="noStrike">
                        <a:solidFill>
                          <a:srgbClr val="ffffff"/>
                        </a:solidFill>
                        <a:latin typeface="Arial"/>
                      </a:endParaRPr>
                    </a:p>
                    <a:p>
                      <a:pPr defTabSz="114480">
                        <a:lnSpc>
                          <a:spcPct val="100000"/>
                        </a:lnSpc>
                        <a:tabLst>
                          <a:tab algn="l" pos="0"/>
                        </a:tabLst>
                      </a:pPr>
                      <a:r>
                        <a:rPr b="1" lang="en-US" sz="1400" spc="-1" strike="noStrike">
                          <a:solidFill>
                            <a:srgbClr val="ffc000"/>
                          </a:solidFill>
                          <a:latin typeface="Arial"/>
                        </a:rPr>
                        <a:t>Convenience for presenter groups and conference coordinators </a:t>
                      </a:r>
                      <a:endParaRPr b="0" lang="en-US" sz="1400" spc="-1" strike="noStrike">
                        <a:solidFill>
                          <a:srgbClr val="ffffff"/>
                        </a:solidFill>
                        <a:latin typeface="Arial"/>
                      </a:endParaRPr>
                    </a:p>
                    <a:p>
                      <a:pPr defTabSz="114480">
                        <a:lnSpc>
                          <a:spcPct val="100000"/>
                        </a:lnSpc>
                        <a:tabLst>
                          <a:tab algn="l" pos="0"/>
                        </a:tabLst>
                      </a:pPr>
                      <a:r>
                        <a:rPr b="0" lang="en-US" sz="1400" spc="-1" strike="noStrike">
                          <a:solidFill>
                            <a:srgbClr val="d9d9d9"/>
                          </a:solidFill>
                          <a:latin typeface="Arial"/>
                        </a:rPr>
                        <a:t>Published posters can easily be presented at virtual conferences. Perfect solution for organizers of meetings and conferences.</a:t>
                      </a:r>
                      <a:br>
                        <a:rPr sz="1400"/>
                      </a:br>
                      <a:endParaRPr b="0" lang="en-US" sz="1400" spc="-1" strike="noStrike">
                        <a:solidFill>
                          <a:srgbClr val="ffffff"/>
                        </a:solidFill>
                        <a:latin typeface="Arial"/>
                      </a:endParaRPr>
                    </a:p>
                    <a:p>
                      <a:pPr defTabSz="114480">
                        <a:lnSpc>
                          <a:spcPct val="100000"/>
                        </a:lnSpc>
                        <a:tabLst>
                          <a:tab algn="l" pos="0"/>
                        </a:tabLst>
                      </a:pPr>
                      <a:r>
                        <a:rPr b="1" lang="en-US" sz="1600" spc="-1" strike="noStrike" u="sng">
                          <a:solidFill>
                            <a:srgbClr val="ffc000"/>
                          </a:solidFill>
                          <a:uFillTx/>
                          <a:latin typeface="Arial"/>
                          <a:hlinkClick r:id="rId8"/>
                        </a:rPr>
                        <a:t>https://www.PosterPresentations.com/</a:t>
                      </a:r>
                      <a:r>
                        <a:rPr b="1" lang="en-US" sz="1600" spc="-1" strike="noStrike" u="sng">
                          <a:solidFill>
                            <a:srgbClr val="ffc000"/>
                          </a:solidFill>
                          <a:uFillTx/>
                          <a:latin typeface="Arial"/>
                          <a:hlinkClick r:id="rId9"/>
                        </a:rPr>
                        <a:t>research</a:t>
                      </a:r>
                      <a:endParaRPr b="0" lang="en-US" sz="1600" spc="-1" strike="noStrike">
                        <a:solidFill>
                          <a:srgbClr val="ffffff"/>
                        </a:solidFill>
                        <a:latin typeface="Arial"/>
                      </a:endParaRPr>
                    </a:p>
                    <a:p>
                      <a:pPr defTabSz="114480">
                        <a:lnSpc>
                          <a:spcPct val="100000"/>
                        </a:lnSpc>
                        <a:tabLst>
                          <a:tab algn="l" pos="0"/>
                        </a:tabLst>
                      </a:pPr>
                      <a:endParaRPr b="0" lang="en-US" sz="14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3366"/>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770760">
                <a:tc gridSpan="3">
                  <a:txBody>
                    <a:bodyPr lIns="95040" rIns="95040" tIns="47520" bIns="47520" anchor="t">
                      <a:noAutofit/>
                    </a:bodyPr>
                    <a:p>
                      <a:endParaRPr b="0" lang="en-US" sz="1300" spc="-1" strike="noStrike">
                        <a:solidFill>
                          <a:srgbClr val="1f3a4e"/>
                        </a:solidFill>
                        <a:latin typeface="Calibri"/>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10"/>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560880">
                <a:tc>
                  <a:txBody>
                    <a:bodyPr lIns="106560" rIns="53280" tIns="69840" bIns="23040" anchor="t">
                      <a:noAutofit/>
                    </a:bodyPr>
                    <a:p>
                      <a:pPr defTabSz="2675160">
                        <a:lnSpc>
                          <a:spcPct val="100000"/>
                        </a:lnSpc>
                      </a:pPr>
                      <a:r>
                        <a:rPr b="0" lang="en-US" sz="1000" spc="-1" strike="noStrike">
                          <a:solidFill>
                            <a:schemeClr val="lt1">
                              <a:lumMod val="85000"/>
                            </a:schemeClr>
                          </a:solidFill>
                          <a:latin typeface="Arial"/>
                        </a:rPr>
                        <a:t>© 2020 PosterPresentations.com</a:t>
                      </a:r>
                      <a:br>
                        <a:rPr sz="1000"/>
                      </a:br>
                      <a:r>
                        <a:rPr b="0" lang="en-US" sz="1000" spc="-1" strike="noStrike">
                          <a:solidFill>
                            <a:schemeClr val="lt1">
                              <a:lumMod val="85000"/>
                            </a:schemeClr>
                          </a:solidFill>
                          <a:latin typeface="Arial"/>
                        </a:rPr>
                        <a:t>2117 Fourth Street , STE C        </a:t>
                      </a:r>
                      <a:endParaRPr b="0" lang="en-US" sz="1000" spc="-1" strike="noStrike">
                        <a:solidFill>
                          <a:srgbClr val="ffffff"/>
                        </a:solidFill>
                        <a:latin typeface="Arial"/>
                      </a:endParaRPr>
                    </a:p>
                    <a:p>
                      <a:pPr defTabSz="2675160">
                        <a:lnSpc>
                          <a:spcPct val="100000"/>
                        </a:lnSpc>
                      </a:pPr>
                      <a:r>
                        <a:rPr b="0" lang="en-US" sz="1000" spc="-1" strike="noStrike">
                          <a:solidFill>
                            <a:schemeClr val="lt1">
                              <a:lumMod val="85000"/>
                            </a:schemeClr>
                          </a:solidFill>
                          <a:latin typeface="Arial"/>
                        </a:rPr>
                        <a:t>Berkeley CA 94710 USA</a:t>
                      </a:r>
                      <a:endParaRPr b="0" lang="en-US" sz="1000" spc="-1" strike="noStrike">
                        <a:solidFill>
                          <a:srgbClr val="ffffff"/>
                        </a:solidFill>
                        <a:latin typeface="Arial"/>
                      </a:endParaRPr>
                    </a:p>
                  </a:txBody>
                  <a:tcPr anchor="t" marL="106560" marR="53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gridSpan="2">
                  <a:txBody>
                    <a:bodyPr lIns="95040" rIns="95040" tIns="47520" bIns="47520" anchor="t">
                      <a:noAutofit/>
                    </a:bodyPr>
                    <a:p>
                      <a:pPr defTabSz="4388760">
                        <a:lnSpc>
                          <a:spcPct val="100000"/>
                        </a:lnSpc>
                        <a:tabLst>
                          <a:tab algn="l" pos="0"/>
                        </a:tabLst>
                      </a:pPr>
                      <a:r>
                        <a:rPr b="1" lang="en-US" sz="1300" spc="-1" strike="noStrike">
                          <a:solidFill>
                            <a:srgbClr val="d0d0d0"/>
                          </a:solidFill>
                          <a:latin typeface="Arial"/>
                        </a:rPr>
                        <a:t>For poster-making tutorials visit:</a:t>
                      </a:r>
                      <a:endParaRPr b="0" lang="en-US" sz="1300" spc="-1" strike="noStrike">
                        <a:solidFill>
                          <a:srgbClr val="ffffff"/>
                        </a:solidFill>
                        <a:latin typeface="Arial"/>
                      </a:endParaRPr>
                    </a:p>
                    <a:p>
                      <a:pPr defTabSz="4388760">
                        <a:lnSpc>
                          <a:spcPct val="100000"/>
                        </a:lnSpc>
                        <a:tabLst>
                          <a:tab algn="l" pos="0"/>
                        </a:tabLst>
                      </a:pPr>
                      <a:r>
                        <a:rPr b="1" lang="en-US" sz="900" spc="-1" strike="noStrike">
                          <a:solidFill>
                            <a:srgbClr val="ffc000"/>
                          </a:solidFill>
                          <a:latin typeface="Arial"/>
                        </a:rPr>
                        <a:t>https://www.posterpresentations.com/helpdesk.html</a:t>
                      </a:r>
                      <a:endParaRPr b="0" lang="en-US" sz="9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sp>
        <p:nvSpPr>
          <p:cNvPr id="6" name="PlaceHolder 1"/>
          <p:cNvSpPr>
            <a:spLocks noGrp="1"/>
          </p:cNvSpPr>
          <p:nvPr>
            <p:ph type="body"/>
          </p:nvPr>
        </p:nvSpPr>
        <p:spPr>
          <a:xfrm>
            <a:off x="602640" y="3182400"/>
            <a:ext cx="67042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7" name="PlaceHolder 2"/>
          <p:cNvSpPr>
            <a:spLocks noGrp="1"/>
          </p:cNvSpPr>
          <p:nvPr>
            <p:ph type="body"/>
          </p:nvPr>
        </p:nvSpPr>
        <p:spPr>
          <a:xfrm>
            <a:off x="614880" y="-1842480"/>
            <a:ext cx="669888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INTRODUCTION or ABSTRACT</a:t>
            </a:r>
            <a:endParaRPr b="0" lang="en-US" sz="2240" spc="-1" strike="noStrike">
              <a:solidFill>
                <a:schemeClr val="dk1"/>
              </a:solidFill>
              <a:latin typeface="Calibri"/>
            </a:endParaRPr>
          </a:p>
        </p:txBody>
      </p:sp>
      <p:sp>
        <p:nvSpPr>
          <p:cNvPr id="8" name="PlaceHolder 3"/>
          <p:cNvSpPr>
            <a:spLocks noGrp="1"/>
          </p:cNvSpPr>
          <p:nvPr>
            <p:ph type="body"/>
          </p:nvPr>
        </p:nvSpPr>
        <p:spPr>
          <a:xfrm>
            <a:off x="614880" y="2657880"/>
            <a:ext cx="669996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OBJECTIVES</a:t>
            </a:r>
            <a:endParaRPr b="0" lang="en-US" sz="2240" spc="-1" strike="noStrike">
              <a:solidFill>
                <a:schemeClr val="dk1"/>
              </a:solidFill>
              <a:latin typeface="Calibri"/>
            </a:endParaRPr>
          </a:p>
        </p:txBody>
      </p:sp>
      <p:sp>
        <p:nvSpPr>
          <p:cNvPr id="9" name="PlaceHolder 4"/>
          <p:cNvSpPr>
            <a:spLocks noGrp="1"/>
          </p:cNvSpPr>
          <p:nvPr>
            <p:ph type="body"/>
          </p:nvPr>
        </p:nvSpPr>
        <p:spPr>
          <a:xfrm>
            <a:off x="7724880" y="3182400"/>
            <a:ext cx="66988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10" name="PlaceHolder 5"/>
          <p:cNvSpPr>
            <a:spLocks noGrp="1"/>
          </p:cNvSpPr>
          <p:nvPr>
            <p:ph type="body"/>
          </p:nvPr>
        </p:nvSpPr>
        <p:spPr>
          <a:xfrm>
            <a:off x="7724880" y="-1842480"/>
            <a:ext cx="669888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MATERIALS &amp; METHODS</a:t>
            </a:r>
            <a:endParaRPr b="0" lang="en-US" sz="2240" spc="-1" strike="noStrike">
              <a:solidFill>
                <a:schemeClr val="dk1"/>
              </a:solidFill>
              <a:latin typeface="Calibri"/>
            </a:endParaRPr>
          </a:p>
        </p:txBody>
      </p:sp>
      <p:sp>
        <p:nvSpPr>
          <p:cNvPr id="11" name="PlaceHolder 6"/>
          <p:cNvSpPr>
            <a:spLocks noGrp="1"/>
          </p:cNvSpPr>
          <p:nvPr>
            <p:ph type="body"/>
          </p:nvPr>
        </p:nvSpPr>
        <p:spPr>
          <a:xfrm>
            <a:off x="14838840" y="3182400"/>
            <a:ext cx="66988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12" name="PlaceHolder 7"/>
          <p:cNvSpPr>
            <a:spLocks noGrp="1"/>
          </p:cNvSpPr>
          <p:nvPr>
            <p:ph type="body"/>
          </p:nvPr>
        </p:nvSpPr>
        <p:spPr>
          <a:xfrm>
            <a:off x="14833440" y="-1842480"/>
            <a:ext cx="670536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RESULTS</a:t>
            </a:r>
            <a:endParaRPr b="0" lang="en-US" sz="2240" spc="-1" strike="noStrike">
              <a:solidFill>
                <a:schemeClr val="dk1"/>
              </a:solidFill>
              <a:latin typeface="Calibri"/>
            </a:endParaRPr>
          </a:p>
        </p:txBody>
      </p:sp>
      <p:sp>
        <p:nvSpPr>
          <p:cNvPr id="13" name="PlaceHolder 8"/>
          <p:cNvSpPr>
            <a:spLocks noGrp="1"/>
          </p:cNvSpPr>
          <p:nvPr>
            <p:ph type="body"/>
          </p:nvPr>
        </p:nvSpPr>
        <p:spPr>
          <a:xfrm>
            <a:off x="21947760" y="-184248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CONCLUSIONS</a:t>
            </a:r>
            <a:endParaRPr b="0" lang="en-US" sz="2240" spc="-1" strike="noStrike">
              <a:solidFill>
                <a:schemeClr val="dk1"/>
              </a:solidFill>
              <a:latin typeface="Calibri"/>
            </a:endParaRPr>
          </a:p>
        </p:txBody>
      </p:sp>
      <p:sp>
        <p:nvSpPr>
          <p:cNvPr id="14" name="PlaceHolder 9"/>
          <p:cNvSpPr>
            <a:spLocks noGrp="1"/>
          </p:cNvSpPr>
          <p:nvPr>
            <p:ph type="body"/>
          </p:nvPr>
        </p:nvSpPr>
        <p:spPr>
          <a:xfrm>
            <a:off x="21947760" y="3182400"/>
            <a:ext cx="669780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15" name="PlaceHolder 10"/>
          <p:cNvSpPr>
            <a:spLocks noGrp="1"/>
          </p:cNvSpPr>
          <p:nvPr>
            <p:ph type="body"/>
          </p:nvPr>
        </p:nvSpPr>
        <p:spPr>
          <a:xfrm>
            <a:off x="21947760" y="268812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REFERENCES</a:t>
            </a:r>
            <a:endParaRPr b="0" lang="en-US" sz="2240" spc="-1" strike="noStrike">
              <a:solidFill>
                <a:schemeClr val="dk1"/>
              </a:solidFill>
              <a:latin typeface="Calibri"/>
            </a:endParaRPr>
          </a:p>
        </p:txBody>
      </p:sp>
      <p:sp>
        <p:nvSpPr>
          <p:cNvPr id="16" name="PlaceHolder 11"/>
          <p:cNvSpPr>
            <a:spLocks noGrp="1"/>
          </p:cNvSpPr>
          <p:nvPr>
            <p:ph type="body"/>
          </p:nvPr>
        </p:nvSpPr>
        <p:spPr>
          <a:xfrm>
            <a:off x="21945960" y="774972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17" name="PlaceHolder 12"/>
          <p:cNvSpPr>
            <a:spLocks noGrp="1"/>
          </p:cNvSpPr>
          <p:nvPr>
            <p:ph type="body"/>
          </p:nvPr>
        </p:nvSpPr>
        <p:spPr>
          <a:xfrm>
            <a:off x="21947760" y="839124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ACKNOWLEDGEMENTS  or  CONTACT</a:t>
            </a:r>
            <a:endParaRPr b="0" lang="en-US" sz="2240" spc="-1" strike="noStrike">
              <a:solidFill>
                <a:schemeClr val="dk1"/>
              </a:solidFill>
              <a:latin typeface="Calibri"/>
            </a:endParaRPr>
          </a:p>
        </p:txBody>
      </p:sp>
      <p:sp>
        <p:nvSpPr>
          <p:cNvPr id="18" name="PlaceHolder 13"/>
          <p:cNvSpPr>
            <a:spLocks noGrp="1"/>
          </p:cNvSpPr>
          <p:nvPr>
            <p:ph type="body"/>
          </p:nvPr>
        </p:nvSpPr>
        <p:spPr>
          <a:xfrm>
            <a:off x="21945960" y="1343268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19" name="PlaceHolder 14"/>
          <p:cNvSpPr>
            <a:spLocks noGrp="1"/>
          </p:cNvSpPr>
          <p:nvPr>
            <p:ph type="body"/>
          </p:nvPr>
        </p:nvSpPr>
        <p:spPr>
          <a:xfrm>
            <a:off x="602640" y="7699320"/>
            <a:ext cx="67042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20" name="PlaceHolder 15"/>
          <p:cNvSpPr>
            <a:spLocks noGrp="1"/>
          </p:cNvSpPr>
          <p:nvPr>
            <p:ph type="body"/>
          </p:nvPr>
        </p:nvSpPr>
        <p:spPr>
          <a:xfrm>
            <a:off x="3906360" y="1078200"/>
            <a:ext cx="21447360" cy="597960"/>
          </a:xfrm>
          <a:prstGeom prst="rect">
            <a:avLst/>
          </a:prstGeom>
          <a:noFill/>
          <a:ln w="0">
            <a:noFill/>
          </a:ln>
        </p:spPr>
        <p:txBody>
          <a:bodyPr lIns="90000" rIns="90000" tIns="45000" bIns="45000" anchor="t">
            <a:normAutofit/>
          </a:bodyPr>
          <a:p>
            <a:pPr indent="0" algn="ctr" defTabSz="2675160">
              <a:lnSpc>
                <a:spcPct val="100000"/>
              </a:lnSpc>
              <a:spcBef>
                <a:spcPts val="683"/>
              </a:spcBef>
              <a:buNone/>
              <a:tabLst>
                <a:tab algn="l" pos="0"/>
              </a:tabLst>
            </a:pPr>
            <a:r>
              <a:rPr b="0" lang="en-US" sz="3420" spc="-1" strike="noStrike">
                <a:solidFill>
                  <a:schemeClr val="lt1"/>
                </a:solidFill>
                <a:latin typeface="Calibri"/>
              </a:rPr>
              <a:t>Click here to add authors</a:t>
            </a:r>
            <a:endParaRPr b="0" lang="en-US" sz="3420" spc="-1" strike="noStrike">
              <a:solidFill>
                <a:schemeClr val="dk1"/>
              </a:solidFill>
              <a:latin typeface="Calibri"/>
            </a:endParaRPr>
          </a:p>
        </p:txBody>
      </p:sp>
      <p:sp>
        <p:nvSpPr>
          <p:cNvPr id="21" name="PlaceHolder 16"/>
          <p:cNvSpPr>
            <a:spLocks noGrp="1"/>
          </p:cNvSpPr>
          <p:nvPr>
            <p:ph type="body"/>
          </p:nvPr>
        </p:nvSpPr>
        <p:spPr>
          <a:xfrm>
            <a:off x="3906360" y="1676520"/>
            <a:ext cx="21447360" cy="634320"/>
          </a:xfrm>
          <a:prstGeom prst="rect">
            <a:avLst/>
          </a:prstGeom>
          <a:noFill/>
          <a:ln w="0">
            <a:noFill/>
          </a:ln>
        </p:spPr>
        <p:txBody>
          <a:bodyPr lIns="90000" rIns="90000" tIns="45000" bIns="45000" anchor="t">
            <a:normAutofit/>
          </a:bodyPr>
          <a:p>
            <a:pPr indent="0" algn="ctr" defTabSz="2675160">
              <a:lnSpc>
                <a:spcPct val="100000"/>
              </a:lnSpc>
              <a:spcBef>
                <a:spcPts val="513"/>
              </a:spcBef>
              <a:buNone/>
              <a:tabLst>
                <a:tab algn="l" pos="0"/>
              </a:tabLst>
            </a:pPr>
            <a:r>
              <a:rPr b="0" lang="en-US" sz="2560" spc="-1" strike="noStrike">
                <a:solidFill>
                  <a:schemeClr val="lt1"/>
                </a:solidFill>
                <a:latin typeface="Calibri"/>
              </a:rPr>
              <a:t>Click here to add affiliations</a:t>
            </a:r>
            <a:endParaRPr b="0" lang="en-US" sz="2560" spc="-1" strike="noStrike">
              <a:solidFill>
                <a:schemeClr val="dk1"/>
              </a:solidFill>
              <a:latin typeface="Calibri"/>
            </a:endParaRPr>
          </a:p>
        </p:txBody>
      </p:sp>
      <p:sp>
        <p:nvSpPr>
          <p:cNvPr id="22" name="PlaceHolder 17"/>
          <p:cNvSpPr>
            <a:spLocks noGrp="1"/>
          </p:cNvSpPr>
          <p:nvPr>
            <p:ph type="body"/>
          </p:nvPr>
        </p:nvSpPr>
        <p:spPr>
          <a:xfrm>
            <a:off x="3906360" y="232560"/>
            <a:ext cx="21447360" cy="834120"/>
          </a:xfrm>
          <a:prstGeom prst="rect">
            <a:avLst/>
          </a:prstGeom>
          <a:noFill/>
          <a:ln w="0">
            <a:noFill/>
          </a:ln>
        </p:spPr>
        <p:txBody>
          <a:bodyPr lIns="90000" rIns="90000" tIns="45000" bIns="45000" anchor="t">
            <a:normAutofit/>
          </a:bodyPr>
          <a:p>
            <a:pPr indent="0" algn="ctr" defTabSz="2675160">
              <a:lnSpc>
                <a:spcPct val="100000"/>
              </a:lnSpc>
              <a:spcBef>
                <a:spcPts val="938"/>
              </a:spcBef>
              <a:buNone/>
              <a:tabLst>
                <a:tab algn="l" pos="0"/>
              </a:tabLst>
            </a:pPr>
            <a:r>
              <a:rPr b="1" lang="en-US" sz="4690" spc="-1" strike="noStrike">
                <a:solidFill>
                  <a:schemeClr val="lt1"/>
                </a:solidFill>
                <a:latin typeface="Calibri"/>
              </a:rPr>
              <a:t>Click here to add title</a:t>
            </a:r>
            <a:endParaRPr b="0" lang="en-US" sz="469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11"/>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23" name="Rectangle 36"/>
          <p:cNvSpPr/>
          <p:nvPr/>
        </p:nvSpPr>
        <p:spPr>
          <a:xfrm>
            <a:off x="0" y="15127200"/>
            <a:ext cx="29260440" cy="133164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24" name="Text Box 14"/>
          <p:cNvSpPr/>
          <p:nvPr/>
        </p:nvSpPr>
        <p:spPr>
          <a:xfrm>
            <a:off x="292320" y="16094520"/>
            <a:ext cx="1676160" cy="190800"/>
          </a:xfrm>
          <a:prstGeom prst="rect">
            <a:avLst/>
          </a:prstGeom>
          <a:noFill/>
          <a:ln w="9525">
            <a:noFill/>
          </a:ln>
        </p:spPr>
        <p:style>
          <a:lnRef idx="0"/>
          <a:fillRef idx="0"/>
          <a:effectRef idx="0"/>
          <a:fontRef idx="minor"/>
        </p:style>
        <p:txBody>
          <a:bodyPr lIns="55800" rIns="55800" tIns="27720" bIns="27720" anchor="t">
            <a:spAutoFit/>
          </a:bodyPr>
          <a:p>
            <a:pPr defTabSz="2508120">
              <a:lnSpc>
                <a:spcPct val="65000"/>
              </a:lnSpc>
              <a:spcBef>
                <a:spcPts val="159"/>
              </a:spcBef>
            </a:pPr>
            <a:r>
              <a:rPr b="1" lang="en-US" sz="320" spc="-1" strike="noStrike">
                <a:solidFill>
                  <a:schemeClr val="lt1">
                    <a:lumMod val="75000"/>
                  </a:schemeClr>
                </a:solidFill>
                <a:latin typeface="Arial"/>
              </a:rPr>
              <a:t>RESEARCH POSTER PRESENTATION DESIGN © 2019</a:t>
            </a:r>
            <a:endParaRPr b="0" lang="en-US" sz="320" spc="-1" strike="noStrike">
              <a:solidFill>
                <a:srgbClr val="ffffff"/>
              </a:solidFill>
              <a:latin typeface="Arial"/>
            </a:endParaRPr>
          </a:p>
          <a:p>
            <a:pPr defTabSz="2508120">
              <a:lnSpc>
                <a:spcPct val="65000"/>
              </a:lnSpc>
              <a:spcBef>
                <a:spcPts val="320"/>
              </a:spcBef>
            </a:pPr>
            <a:r>
              <a:rPr b="1" lang="en-US" sz="640" spc="-1" strike="noStrike">
                <a:solidFill>
                  <a:schemeClr val="lt1">
                    <a:lumMod val="75000"/>
                  </a:schemeClr>
                </a:solidFill>
                <a:latin typeface="Arial"/>
              </a:rPr>
              <a:t>www.PosterPresentations.com</a:t>
            </a:r>
            <a:endParaRPr b="0" lang="en-US" sz="640" spc="-1" strike="noStrike">
              <a:solidFill>
                <a:srgbClr val="ffffff"/>
              </a:solidFill>
              <a:latin typeface="Arial"/>
            </a:endParaRPr>
          </a:p>
        </p:txBody>
      </p:sp>
      <p:sp>
        <p:nvSpPr>
          <p:cNvPr id="25" name="Rectangle 36"/>
          <p:cNvSpPr/>
          <p:nvPr/>
        </p:nvSpPr>
        <p:spPr>
          <a:xfrm>
            <a:off x="0" y="-23040"/>
            <a:ext cx="29260440" cy="389916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26" name="Rounded Rectangle 6"/>
          <p:cNvSpPr/>
          <p:nvPr/>
        </p:nvSpPr>
        <p:spPr>
          <a:xfrm>
            <a:off x="292320" y="2484720"/>
            <a:ext cx="28675800" cy="13433760"/>
          </a:xfrm>
          <a:prstGeom prst="roundRect">
            <a:avLst>
              <a:gd name="adj" fmla="val 0"/>
            </a:avLst>
          </a:prstGeom>
          <a:solidFill>
            <a:schemeClr val="bg1"/>
          </a:solidFill>
          <a:ln w="19050">
            <a:solidFill>
              <a:srgbClr val="418ab3">
                <a:lumMod val="50000"/>
              </a:srgbClr>
            </a:solidFill>
            <a:round/>
          </a:ln>
          <a:effectLst>
            <a:outerShdw algn="ctr" blurRad="355680" rotWithShape="0" sx="101000" sy="101000">
              <a:srgbClr val="000000">
                <a:alpha val="17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2508120">
              <a:lnSpc>
                <a:spcPct val="100000"/>
              </a:lnSpc>
            </a:pPr>
            <a:endParaRPr b="0" lang="en-US" sz="14910" spc="-1" strike="noStrike">
              <a:solidFill>
                <a:schemeClr val="lt1"/>
              </a:solidFill>
              <a:latin typeface="Calibri"/>
            </a:endParaRPr>
          </a:p>
        </p:txBody>
      </p:sp>
      <p:graphicFrame>
        <p:nvGraphicFramePr>
          <p:cNvPr id="27" name="Table 7"/>
          <p:cNvGraphicFramePr/>
          <p:nvPr/>
        </p:nvGraphicFramePr>
        <p:xfrm>
          <a:off x="-5980680" y="48240"/>
          <a:ext cx="5621400" cy="16470000"/>
        </p:xfrm>
        <a:graphic>
          <a:graphicData uri="http://schemas.openxmlformats.org/drawingml/2006/table">
            <a:tbl>
              <a:tblPr/>
              <a:tblGrid>
                <a:gridCol w="2410560"/>
                <a:gridCol w="3211200"/>
              </a:tblGrid>
              <a:tr h="668520">
                <a:tc gridSpan="2">
                  <a:txBody>
                    <a:bodyPr lIns="70920" rIns="70920" tIns="35280" bIns="35280" anchor="t">
                      <a:noAutofit/>
                    </a:bodyPr>
                    <a:p>
                      <a:pPr algn="ctr" defTabSz="4388760">
                        <a:lnSpc>
                          <a:spcPct val="100000"/>
                        </a:lnSpc>
                        <a:tabLst>
                          <a:tab algn="l" pos="0"/>
                        </a:tabLst>
                      </a:pPr>
                      <a:r>
                        <a:rPr b="0" lang="en-US" sz="1900" spc="599" strike="noStrike">
                          <a:solidFill>
                            <a:srgbClr val="1f3a4e"/>
                          </a:solidFill>
                          <a:latin typeface="Arial Black"/>
                        </a:rPr>
                        <a:t>QUICK START GUIDE</a:t>
                      </a:r>
                      <a:br>
                        <a:rPr sz="1900"/>
                      </a:br>
                      <a:r>
                        <a:rPr b="1" lang="en-US" sz="1400" spc="-1" strike="noStrike">
                          <a:solidFill>
                            <a:srgbClr val="ff0000"/>
                          </a:solidFill>
                          <a:latin typeface="Trebuchet MS"/>
                        </a:rPr>
                        <a:t>(THIS SIDEBAR WILL NOT PRINT)</a:t>
                      </a:r>
                      <a:endParaRPr b="0" lang="en-US" sz="1400" spc="-1" strike="noStrike">
                        <a:solidFill>
                          <a:srgbClr val="000000"/>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116440">
                <a:tc gridSpan="2">
                  <a:txBody>
                    <a:bodyPr lIns="70920" rIns="70920" tIns="35280" bIns="35280" anchor="t">
                      <a:noAutofit/>
                    </a:bodyPr>
                    <a:p>
                      <a:pPr defTabSz="3765600">
                        <a:lnSpc>
                          <a:spcPct val="100000"/>
                        </a:lnSpc>
                      </a:pPr>
                      <a:r>
                        <a:rPr b="0" lang="en-US" sz="1000" spc="-1" strike="noStrike">
                          <a:solidFill>
                            <a:srgbClr val="d9d9d9"/>
                          </a:solidFill>
                          <a:latin typeface="Arial"/>
                        </a:rPr>
                        <a:t>This PowerPoint template produces a </a:t>
                      </a:r>
                      <a:r>
                        <a:rPr b="0" lang="en-US" sz="1200" spc="-1" strike="noStrike">
                          <a:solidFill>
                            <a:srgbClr val="ffc000"/>
                          </a:solidFill>
                          <a:latin typeface="Arial"/>
                        </a:rPr>
                        <a:t>wide screen size (16:9 Ratio) virtual </a:t>
                      </a:r>
                      <a:r>
                        <a:rPr b="0" lang="en-US" sz="1000" spc="-1" strike="noStrike">
                          <a:solidFill>
                            <a:srgbClr val="d9d9d9"/>
                          </a:solidFill>
                          <a:latin typeface="Arial"/>
                        </a:rPr>
                        <a:t>presentation poster. You can use it to create your research poster by placing your title, subtitle, text, tables, charts and photos. </a:t>
                      </a:r>
                      <a:endParaRPr b="0" lang="en-US" sz="1000" spc="-1" strike="noStrike">
                        <a:solidFill>
                          <a:srgbClr val="ffffff"/>
                        </a:solidFill>
                        <a:latin typeface="Arial"/>
                      </a:endParaRPr>
                    </a:p>
                    <a:p>
                      <a:pPr defTabSz="3765600">
                        <a:lnSpc>
                          <a:spcPct val="100000"/>
                        </a:lnSpc>
                      </a:pPr>
                      <a:endParaRPr b="0" lang="en-US" sz="1000" spc="-1" strike="noStrike">
                        <a:solidFill>
                          <a:srgbClr val="ffffff"/>
                        </a:solidFill>
                        <a:latin typeface="Arial"/>
                      </a:endParaRPr>
                    </a:p>
                    <a:p>
                      <a:pPr defTabSz="3765600">
                        <a:lnSpc>
                          <a:spcPct val="100000"/>
                        </a:lnSpc>
                      </a:pPr>
                      <a:r>
                        <a:rPr b="0" lang="en-US" sz="1000" spc="-1" strike="noStrike">
                          <a:solidFill>
                            <a:srgbClr val="d9d9d9"/>
                          </a:solidFill>
                          <a:latin typeface="Arial"/>
                        </a:rPr>
                        <a:t>We provide a series of online tutorials that will guide you through the poster design process and answer your poster production questions. For complete template tutorials, go online to </a:t>
                      </a:r>
                      <a:r>
                        <a:rPr b="0" lang="en-US" sz="1000" spc="-1" strike="noStrike">
                          <a:solidFill>
                            <a:srgbClr val="ffc000"/>
                          </a:solidFill>
                          <a:latin typeface="Arial"/>
                        </a:rPr>
                        <a:t>PosterPresentations.com</a:t>
                      </a:r>
                      <a:r>
                        <a:rPr b="0" lang="en-US" sz="1000" spc="-1" strike="noStrike">
                          <a:solidFill>
                            <a:srgbClr val="d9d9d9"/>
                          </a:solidFill>
                          <a:latin typeface="Arial"/>
                        </a:rPr>
                        <a:t> and click on the  </a:t>
                      </a:r>
                      <a:r>
                        <a:rPr b="0" lang="en-US" sz="1000" spc="-1" strike="noStrike">
                          <a:solidFill>
                            <a:srgbClr val="ffc000"/>
                          </a:solidFill>
                          <a:latin typeface="Arial"/>
                        </a:rPr>
                        <a:t>HELP DESK</a:t>
                      </a:r>
                      <a:r>
                        <a:rPr b="0" lang="en-US" sz="1000" spc="-1" strike="noStrike">
                          <a:solidFill>
                            <a:srgbClr val="d9d9d9"/>
                          </a:solidFill>
                          <a:latin typeface="Arial"/>
                        </a:rPr>
                        <a:t> tab.</a:t>
                      </a:r>
                      <a:endParaRPr b="0" lang="en-US" sz="1000" spc="-1" strike="noStrike">
                        <a:solidFill>
                          <a:srgbClr val="ffffff"/>
                        </a:solidFill>
                        <a:latin typeface="Arial"/>
                      </a:endParaRPr>
                    </a:p>
                    <a:p>
                      <a:pPr defTabSz="3765600">
                        <a:lnSpc>
                          <a:spcPct val="100000"/>
                        </a:lnSpc>
                      </a:pPr>
                      <a:endParaRPr b="0" lang="en-US" sz="1000" spc="-1" strike="noStrike">
                        <a:solidFill>
                          <a:srgbClr val="ffffff"/>
                        </a:solidFill>
                        <a:latin typeface="Arial"/>
                      </a:endParaRPr>
                    </a:p>
                    <a:p>
                      <a:pPr defTabSz="3765600">
                        <a:lnSpc>
                          <a:spcPct val="100000"/>
                        </a:lnSpc>
                      </a:pPr>
                      <a:r>
                        <a:rPr b="0" lang="en-US" sz="1000" spc="-1" strike="noStrike">
                          <a:solidFill>
                            <a:srgbClr val="d9d9d9"/>
                          </a:solidFill>
                          <a:latin typeface="Arial"/>
                        </a:rPr>
                        <a:t>To print your poster using our same-day professional printing service, go online to </a:t>
                      </a:r>
                      <a:r>
                        <a:rPr b="0" lang="en-US" sz="1000" spc="-1" strike="noStrike">
                          <a:solidFill>
                            <a:srgbClr val="ffc000"/>
                          </a:solidFill>
                          <a:latin typeface="Arial"/>
                        </a:rPr>
                        <a:t>PosterPresentations.com</a:t>
                      </a:r>
                      <a:r>
                        <a:rPr b="0" lang="en-US" sz="1000" spc="-1" strike="noStrike">
                          <a:solidFill>
                            <a:srgbClr val="d9d9d9"/>
                          </a:solidFill>
                          <a:latin typeface="Arial"/>
                        </a:rPr>
                        <a:t> and click on "</a:t>
                      </a:r>
                      <a:r>
                        <a:rPr b="0" lang="en-US" sz="1000" spc="-1" strike="noStrike">
                          <a:solidFill>
                            <a:srgbClr val="ffc000"/>
                          </a:solidFill>
                          <a:latin typeface="Arial"/>
                        </a:rPr>
                        <a:t>Order your poster</a:t>
                      </a:r>
                      <a:r>
                        <a:rPr b="0" lang="en-US" sz="1000" spc="-1" strike="noStrike">
                          <a:solidFill>
                            <a:srgbClr val="d9d9d9"/>
                          </a:solidFill>
                          <a:latin typeface="Arial"/>
                        </a:rPr>
                        <a:t>".</a:t>
                      </a:r>
                      <a:endParaRPr b="0" lang="en-US" sz="1000" spc="-1" strike="noStrike">
                        <a:solidFill>
                          <a:srgbClr val="ffffff"/>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300400">
                <a:tc>
                  <a:txBody>
                    <a:bodyPr lIns="52560" rIns="52560" tIns="22680" bIns="22680" anchor="t">
                      <a:noAutofit/>
                    </a:bodyPr>
                    <a:p>
                      <a:pPr algn="ctr" defTabSz="2675160">
                        <a:lnSpc>
                          <a:spcPct val="100000"/>
                        </a:lnSpc>
                      </a:pPr>
                      <a:endParaRPr b="0" lang="en-US" sz="1200" spc="-1" strike="noStrike">
                        <a:solidFill>
                          <a:srgbClr val="ffffff"/>
                        </a:solidFill>
                        <a:latin typeface="Arial"/>
                      </a:endParaRPr>
                    </a:p>
                    <a:p>
                      <a:pPr algn="ctr" defTabSz="5015880">
                        <a:lnSpc>
                          <a:spcPct val="100000"/>
                        </a:lnSpc>
                        <a:tabLst>
                          <a:tab algn="l" pos="0"/>
                        </a:tabLst>
                      </a:pPr>
                      <a:r>
                        <a:rPr b="0" lang="en-US" sz="1200" spc="-1" strike="noStrike">
                          <a:solidFill>
                            <a:schemeClr val="lt1"/>
                          </a:solidFill>
                          <a:latin typeface="Arial"/>
                        </a:rPr>
                        <a:t>This is a template for a </a:t>
                      </a:r>
                      <a:endParaRPr b="0" lang="en-US" sz="1200" spc="-1" strike="noStrike">
                        <a:solidFill>
                          <a:srgbClr val="ffffff"/>
                        </a:solidFill>
                        <a:latin typeface="Arial"/>
                      </a:endParaRPr>
                    </a:p>
                    <a:p>
                      <a:pPr algn="ctr" defTabSz="2675160">
                        <a:lnSpc>
                          <a:spcPct val="100000"/>
                        </a:lnSpc>
                        <a:tabLst>
                          <a:tab algn="l" pos="0"/>
                        </a:tabLst>
                      </a:pPr>
                      <a:r>
                        <a:rPr b="0" lang="en-US" sz="1200" spc="-1" strike="noStrike">
                          <a:solidFill>
                            <a:schemeClr val="lt1"/>
                          </a:solidFill>
                          <a:latin typeface="Arial"/>
                        </a:rPr>
                        <a:t>presentation poster</a:t>
                      </a:r>
                      <a:br>
                        <a:rPr sz="1200"/>
                      </a:br>
                      <a:r>
                        <a:rPr b="1" lang="en-US" sz="2000" spc="-1" strike="noStrike">
                          <a:solidFill>
                            <a:srgbClr val="ffc000"/>
                          </a:solidFill>
                          <a:latin typeface="Arial"/>
                        </a:rPr>
                        <a:t>Virtual</a:t>
                      </a:r>
                      <a:br>
                        <a:rPr sz="2000"/>
                      </a:br>
                      <a:r>
                        <a:rPr b="1" lang="en-US" sz="2000" spc="-1" strike="noStrike">
                          <a:solidFill>
                            <a:srgbClr val="ffc000"/>
                          </a:solidFill>
                          <a:latin typeface="Arial"/>
                        </a:rPr>
                        <a:t>Wide Screen</a:t>
                      </a:r>
                      <a:br>
                        <a:rPr sz="2000"/>
                      </a:br>
                      <a:r>
                        <a:rPr b="1" lang="en-US" sz="2000" spc="-1" strike="noStrike">
                          <a:solidFill>
                            <a:srgbClr val="ffc000"/>
                          </a:solidFill>
                          <a:latin typeface="Arial"/>
                        </a:rPr>
                        <a:t>(16:9 Ratio)</a:t>
                      </a:r>
                      <a:br>
                        <a:rPr sz="1200"/>
                      </a:br>
                      <a:endParaRPr b="0" lang="en-US" sz="2000" spc="-1" strike="noStrike">
                        <a:solidFill>
                          <a:srgbClr val="ffffff"/>
                        </a:solidFill>
                        <a:latin typeface="Arial"/>
                      </a:endParaRPr>
                    </a:p>
                  </a:txBody>
                  <a:tcPr anchor="t" marL="5256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a:txBody>
                    <a:bodyPr lIns="105120" rIns="52560" tIns="68760" bIns="22680" anchor="t">
                      <a:noAutofit/>
                    </a:bodyPr>
                    <a:p>
                      <a:pPr defTabSz="4388760">
                        <a:lnSpc>
                          <a:spcPct val="100000"/>
                        </a:lnSpc>
                        <a:tabLst>
                          <a:tab algn="l" pos="0"/>
                        </a:tabLst>
                      </a:pPr>
                      <a:r>
                        <a:rPr b="1" lang="en-US" sz="1200" spc="-1" strike="noStrike">
                          <a:solidFill>
                            <a:srgbClr val="ffc000"/>
                          </a:solidFill>
                          <a:latin typeface="Arial"/>
                        </a:rPr>
                        <a:t>Important: Check the template size</a:t>
                      </a:r>
                      <a:br>
                        <a:rPr sz="1000"/>
                      </a:br>
                      <a:r>
                        <a:rPr b="0" lang="en-US" sz="1000" spc="-1" strike="noStrike">
                          <a:solidFill>
                            <a:srgbClr val="d9d9d9"/>
                          </a:solidFill>
                          <a:latin typeface="Arial"/>
                        </a:rPr>
                        <a:t>Before you start working on your poster and to avoid printing problems check that you have downloaded and that you are using the correct size template for your poster presentation.</a:t>
                      </a:r>
                      <a:br>
                        <a:rPr sz="1000"/>
                      </a:br>
                      <a:r>
                        <a:rPr b="0" lang="en-US" sz="1000" spc="-1" strike="noStrike">
                          <a:solidFill>
                            <a:srgbClr val="d9d9d9"/>
                          </a:solidFill>
                          <a:latin typeface="Arial"/>
                        </a:rPr>
                        <a:t>This template can also be printed at the following sizes without distortion and without any additional formatting:</a:t>
                      </a:r>
                      <a:br>
                        <a:rPr sz="1000"/>
                      </a:br>
                      <a:r>
                        <a:rPr b="0" lang="en-US" sz="1000" spc="-1" strike="noStrike">
                          <a:solidFill>
                            <a:srgbClr val="ffc000"/>
                          </a:solidFill>
                          <a:latin typeface="Arial"/>
                        </a:rPr>
                        <a:t>27 tall x 48 wide</a:t>
                      </a:r>
                      <a:br>
                        <a:rPr sz="1000"/>
                      </a:br>
                      <a:r>
                        <a:rPr b="0" lang="en-US" sz="1000" spc="-1" strike="noStrike">
                          <a:solidFill>
                            <a:srgbClr val="ffc000"/>
                          </a:solidFill>
                          <a:latin typeface="Arial"/>
                        </a:rPr>
                        <a:t>36 tall x 64 wide</a:t>
                      </a:r>
                      <a:endParaRPr b="0" lang="en-US" sz="1000" spc="-1" strike="noStrike">
                        <a:solidFill>
                          <a:srgbClr val="ffffff"/>
                        </a:solidFill>
                        <a:latin typeface="Arial"/>
                      </a:endParaRPr>
                    </a:p>
                    <a:p>
                      <a:pPr defTabSz="4388760">
                        <a:lnSpc>
                          <a:spcPct val="100000"/>
                        </a:lnSpc>
                        <a:tabLst>
                          <a:tab algn="l" pos="0"/>
                        </a:tabLst>
                      </a:pPr>
                      <a:r>
                        <a:rPr b="0" lang="en-US" sz="1000" spc="-1" strike="noStrike">
                          <a:solidFill>
                            <a:srgbClr val="ffc000"/>
                          </a:solidFill>
                          <a:latin typeface="Arial"/>
                        </a:rPr>
                        <a:t>45 tall x 80 wide</a:t>
                      </a:r>
                      <a:endParaRPr b="0" lang="en-US" sz="1000" spc="-1" strike="noStrike">
                        <a:solidFill>
                          <a:srgbClr val="ffffff"/>
                        </a:solidFill>
                        <a:latin typeface="Arial"/>
                      </a:endParaRPr>
                    </a:p>
                  </a:txBody>
                  <a:tcPr anchor="t" marL="10512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2157480">
                <a:tc>
                  <a:txBody>
                    <a:bodyPr lIns="52560" rIns="52560" tIns="22680" bIns="22680" anchor="t">
                      <a:noAutofit/>
                    </a:bodyPr>
                    <a:p>
                      <a:endParaRPr b="0" lang="en-US" sz="1000" spc="-1" strike="noStrike">
                        <a:solidFill>
                          <a:srgbClr val="1f3a4e"/>
                        </a:solidFill>
                        <a:latin typeface="Calibri"/>
                      </a:endParaRPr>
                    </a:p>
                  </a:txBody>
                  <a:tcPr anchor="t" marL="5256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2"/>
                      <a:stretch/>
                    </a:blipFill>
                  </a:tcPr>
                </a:tc>
                <a:tc>
                  <a:txBody>
                    <a:bodyPr lIns="105120" rIns="52560" tIns="68760" bIns="22680" anchor="t">
                      <a:noAutofit/>
                    </a:bodyPr>
                    <a:p>
                      <a:pPr defTabSz="2675160">
                        <a:lnSpc>
                          <a:spcPct val="100000"/>
                        </a:lnSpc>
                      </a:pPr>
                      <a:r>
                        <a:rPr b="1" lang="en-US" sz="1200" spc="-1" strike="noStrike">
                          <a:solidFill>
                            <a:srgbClr val="ffc000"/>
                          </a:solidFill>
                          <a:latin typeface="Arial"/>
                        </a:rPr>
                        <a:t>How to </a:t>
                      </a:r>
                      <a:r>
                        <a:rPr b="1" lang="en-US" sz="2000" spc="-1" strike="noStrike">
                          <a:solidFill>
                            <a:srgbClr val="ffc000"/>
                          </a:solidFill>
                          <a:latin typeface="Arial"/>
                        </a:rPr>
                        <a:t>Zoom in </a:t>
                      </a:r>
                      <a:r>
                        <a:rPr b="1" lang="en-US" sz="1200" spc="-1" strike="noStrike">
                          <a:solidFill>
                            <a:srgbClr val="ffc000"/>
                          </a:solidFill>
                          <a:latin typeface="Arial"/>
                        </a:rPr>
                        <a:t>and </a:t>
                      </a:r>
                      <a:r>
                        <a:rPr b="1" lang="en-US" sz="900" spc="-1" strike="noStrike">
                          <a:solidFill>
                            <a:srgbClr val="ffc000"/>
                          </a:solidFill>
                          <a:latin typeface="Arial"/>
                        </a:rPr>
                        <a:t>out</a:t>
                      </a:r>
                      <a:endParaRPr b="0" lang="en-US" sz="900" spc="-1" strike="noStrike">
                        <a:solidFill>
                          <a:srgbClr val="ffffff"/>
                        </a:solidFill>
                        <a:latin typeface="Arial"/>
                      </a:endParaRPr>
                    </a:p>
                    <a:p>
                      <a:pPr defTabSz="2675160">
                        <a:lnSpc>
                          <a:spcPct val="100000"/>
                        </a:lnSpc>
                      </a:pPr>
                      <a:r>
                        <a:rPr b="0" lang="en-US" sz="1000" spc="-1" strike="noStrike">
                          <a:solidFill>
                            <a:srgbClr val="d9d9d9"/>
                          </a:solidFill>
                          <a:latin typeface="Arial"/>
                        </a:rPr>
                        <a:t>Use the PowerPoint zoom tool to adjust the screen magnification to view comfortably. PowerPoint provides 2 ways to zoom: </a:t>
                      </a:r>
                      <a:br>
                        <a:rPr sz="1000"/>
                      </a:br>
                      <a:r>
                        <a:rPr b="0" lang="en-US" sz="1000" spc="-1" strike="noStrike">
                          <a:solidFill>
                            <a:srgbClr val="ffc000"/>
                          </a:solidFill>
                          <a:latin typeface="Arial"/>
                        </a:rPr>
                        <a:t>1. </a:t>
                      </a:r>
                      <a:r>
                        <a:rPr b="0" lang="en-US" sz="1000" spc="-1" strike="noStrike">
                          <a:solidFill>
                            <a:srgbClr val="d9d9d9"/>
                          </a:solidFill>
                          <a:latin typeface="Arial"/>
                        </a:rPr>
                        <a:t>On the top menu bar click on the VIEW tab and then click on ZOOM. Choose the zoom percentage that works best for you. </a:t>
                      </a:r>
                      <a:br>
                        <a:rPr sz="1000"/>
                      </a:br>
                      <a:r>
                        <a:rPr b="0" lang="en-US" sz="1000" spc="-1" strike="noStrike">
                          <a:solidFill>
                            <a:srgbClr val="ffc000"/>
                          </a:solidFill>
                          <a:latin typeface="Arial"/>
                        </a:rPr>
                        <a:t>2. </a:t>
                      </a:r>
                      <a:r>
                        <a:rPr b="0" lang="en-US" sz="1000" spc="-1" strike="noStrike">
                          <a:solidFill>
                            <a:srgbClr val="d9d9d9"/>
                          </a:solidFill>
                          <a:latin typeface="Arial"/>
                        </a:rPr>
                        <a:t>For better zoom flexibility, use the zoom slider at the bottom right of the window.</a:t>
                      </a:r>
                      <a:endParaRPr b="0" lang="en-US" sz="1000" spc="-1" strike="noStrike">
                        <a:solidFill>
                          <a:srgbClr val="ffffff"/>
                        </a:solidFill>
                        <a:latin typeface="Arial"/>
                      </a:endParaRPr>
                    </a:p>
                  </a:txBody>
                  <a:tcPr anchor="t" marL="10512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910440">
                <a:tc gridSpan="2">
                  <a:txBody>
                    <a:bodyPr lIns="141840" rIns="70920" tIns="106560" bIns="35280" anchor="t">
                      <a:noAutofit/>
                    </a:bodyPr>
                    <a:p>
                      <a:pPr defTabSz="4388760">
                        <a:lnSpc>
                          <a:spcPct val="100000"/>
                        </a:lnSpc>
                        <a:tabLst>
                          <a:tab algn="l" pos="0"/>
                        </a:tabLst>
                      </a:pPr>
                      <a:r>
                        <a:rPr b="1" lang="en-US" sz="1200" spc="-1" strike="noStrike">
                          <a:solidFill>
                            <a:srgbClr val="ffc000"/>
                          </a:solidFill>
                          <a:latin typeface="Arial"/>
                        </a:rPr>
                        <a:t>Ruler and Guides</a:t>
                      </a:r>
                      <a:br>
                        <a:rPr sz="1000"/>
                      </a:br>
                      <a:r>
                        <a:rPr b="0" lang="en-US" sz="1000" spc="-1" strike="noStrike">
                          <a:solidFill>
                            <a:srgbClr val="d9d9d9"/>
                          </a:solidFill>
                          <a:latin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b="0" lang="en-US" sz="1000" spc="-1" strike="noStrike">
                        <a:solidFill>
                          <a:srgbClr val="ffffff"/>
                        </a:solidFill>
                        <a:latin typeface="Arial"/>
                      </a:endParaRPr>
                    </a:p>
                  </a:txBody>
                  <a:tcPr anchor="t" marL="14184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923840">
                <a:tc>
                  <a:txBody>
                    <a:bodyPr lIns="52560" rIns="52560" tIns="22680" bIns="22680" anchor="t">
                      <a:noAutofit/>
                    </a:bodyPr>
                    <a:p>
                      <a:endParaRPr b="0" lang="en-US" sz="1000" spc="-1" strike="noStrike">
                        <a:solidFill>
                          <a:srgbClr val="1f3a4e"/>
                        </a:solidFill>
                        <a:latin typeface="Calibri"/>
                      </a:endParaRPr>
                    </a:p>
                  </a:txBody>
                  <a:tcPr anchor="t" marL="5256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3"/>
                      <a:stretch/>
                    </a:blipFill>
                  </a:tcPr>
                </a:tc>
                <a:tc>
                  <a:txBody>
                    <a:bodyPr lIns="105120" rIns="52560" tIns="68760" bIns="22680" anchor="t">
                      <a:noAutofit/>
                    </a:bodyPr>
                    <a:p>
                      <a:pPr defTabSz="114480">
                        <a:lnSpc>
                          <a:spcPct val="100000"/>
                        </a:lnSpc>
                        <a:tabLst>
                          <a:tab algn="l" pos="0"/>
                        </a:tabLst>
                      </a:pPr>
                      <a:r>
                        <a:rPr b="1" lang="en-US" sz="1200" spc="-1" strike="noStrike">
                          <a:solidFill>
                            <a:srgbClr val="ffc000"/>
                          </a:solidFill>
                          <a:latin typeface="Arial"/>
                        </a:rPr>
                        <a:t>Headers and text containers</a:t>
                      </a:r>
                      <a:br>
                        <a:rPr sz="1000"/>
                      </a:br>
                      <a:r>
                        <a:rPr b="0" lang="en-US" sz="1000" spc="-1" strike="noStrike">
                          <a:solidFill>
                            <a:srgbClr val="d9d9d9"/>
                          </a:solidFill>
                          <a:latin typeface="Arial"/>
                        </a:rPr>
                        <a:t>Included in this template are commonly used section headers such as Abstract, Objectives, Methods, Results, etc. </a:t>
                      </a:r>
                      <a:br>
                        <a:rPr sz="1000"/>
                      </a:br>
                      <a:r>
                        <a:rPr b="0" lang="en-US" sz="1000" spc="-1" strike="noStrike">
                          <a:solidFill>
                            <a:srgbClr val="ffc000"/>
                          </a:solidFill>
                          <a:latin typeface="Arial"/>
                        </a:rPr>
                        <a:t>-</a:t>
                      </a:r>
                      <a:r>
                        <a:rPr b="0" lang="en-US" sz="1000" spc="-1" strike="noStrike">
                          <a:solidFill>
                            <a:schemeClr val="lt1"/>
                          </a:solidFill>
                          <a:latin typeface="Arial"/>
                        </a:rPr>
                        <a:t> </a:t>
                      </a:r>
                      <a:r>
                        <a:rPr b="0" lang="en-US" sz="1000" spc="-1" strike="noStrike">
                          <a:solidFill>
                            <a:srgbClr val="d9d9d9"/>
                          </a:solidFill>
                          <a:latin typeface="Arial"/>
                        </a:rPr>
                        <a:t>Click inside a section header to add its text. </a:t>
                      </a:r>
                      <a:br>
                        <a:rPr sz="1000"/>
                      </a:br>
                      <a:r>
                        <a:rPr b="0" lang="en-US" sz="1000" spc="-1" strike="noStrike">
                          <a:solidFill>
                            <a:srgbClr val="ffc000"/>
                          </a:solidFill>
                          <a:latin typeface="Arial"/>
                        </a:rPr>
                        <a:t>-</a:t>
                      </a:r>
                      <a:r>
                        <a:rPr b="0" lang="en-US" sz="1000" spc="-1" strike="noStrike">
                          <a:solidFill>
                            <a:schemeClr val="lt1"/>
                          </a:solidFill>
                          <a:latin typeface="Arial"/>
                        </a:rPr>
                        <a:t> </a:t>
                      </a:r>
                      <a:r>
                        <a:rPr b="0" lang="en-US" sz="1000" spc="-1" strike="noStrike">
                          <a:solidFill>
                            <a:srgbClr val="d9d9d9"/>
                          </a:solidFill>
                          <a:latin typeface="Arial"/>
                        </a:rPr>
                        <a:t>To add another header, click on edge of the section box so that it is outlined. Copy and paste it. </a:t>
                      </a:r>
                      <a:br>
                        <a:rPr sz="1000"/>
                      </a:br>
                      <a:r>
                        <a:rPr b="0" lang="en-US" sz="1000" spc="-1" strike="noStrike">
                          <a:solidFill>
                            <a:srgbClr val="ffc000"/>
                          </a:solidFill>
                          <a:latin typeface="Arial"/>
                        </a:rPr>
                        <a:t>-</a:t>
                      </a:r>
                      <a:r>
                        <a:rPr b="0" lang="en-US" sz="1000" spc="-1" strike="noStrike">
                          <a:solidFill>
                            <a:schemeClr val="lt1"/>
                          </a:solidFill>
                          <a:latin typeface="Arial"/>
                        </a:rPr>
                        <a:t> </a:t>
                      </a:r>
                      <a:r>
                        <a:rPr b="0" lang="en-US" sz="1000" spc="-1" strike="noStrike">
                          <a:solidFill>
                            <a:srgbClr val="d9d9d9"/>
                          </a:solidFill>
                          <a:latin typeface="Arial"/>
                        </a:rPr>
                        <a:t>To increase its size, click on the white circles and expand to the the desired size.</a:t>
                      </a:r>
                      <a:endParaRPr b="0" lang="en-US" sz="1000" spc="-1" strike="noStrike">
                        <a:solidFill>
                          <a:srgbClr val="ffffff"/>
                        </a:solidFill>
                        <a:latin typeface="Arial"/>
                      </a:endParaRPr>
                    </a:p>
                  </a:txBody>
                  <a:tcPr anchor="t" marL="105120" marR="525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1770480">
                <a:tc gridSpan="2">
                  <a:txBody>
                    <a:bodyPr lIns="141840" rIns="70920" tIns="106560" bIns="35280" anchor="t">
                      <a:noAutofit/>
                    </a:bodyPr>
                    <a:p>
                      <a:pPr defTabSz="2675160">
                        <a:lnSpc>
                          <a:spcPct val="100000"/>
                        </a:lnSpc>
                      </a:pPr>
                      <a:r>
                        <a:rPr b="1" lang="en-US" sz="1200" spc="-1" strike="noStrike">
                          <a:solidFill>
                            <a:srgbClr val="ffc000"/>
                          </a:solidFill>
                          <a:latin typeface="Arial"/>
                        </a:rPr>
                        <a:t>Adding content to the poster</a:t>
                      </a:r>
                      <a:endParaRPr b="0" lang="en-US" sz="1200" spc="-1" strike="noStrike">
                        <a:solidFill>
                          <a:srgbClr val="ffffff"/>
                        </a:solidFill>
                        <a:latin typeface="Arial"/>
                      </a:endParaRPr>
                    </a:p>
                    <a:p>
                      <a:pPr defTabSz="2675160">
                        <a:lnSpc>
                          <a:spcPct val="100000"/>
                        </a:lnSpc>
                      </a:pPr>
                      <a:r>
                        <a:rPr b="0" lang="en-US" sz="1000" spc="-1" strike="noStrike">
                          <a:solidFill>
                            <a:srgbClr val="d9d9d9"/>
                          </a:solidFill>
                          <a:latin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b="0" lang="en-US" sz="1000" spc="-1" strike="noStrike">
                        <a:solidFill>
                          <a:srgbClr val="ffffff"/>
                        </a:solidFill>
                        <a:latin typeface="Arial"/>
                      </a:endParaRPr>
                    </a:p>
                    <a:p>
                      <a:pPr marL="343080" indent="-343080" defTabSz="2675160">
                        <a:lnSpc>
                          <a:spcPct val="100000"/>
                        </a:lnSpc>
                        <a:buClr>
                          <a:srgbClr val="d9d9d9"/>
                        </a:buClr>
                        <a:buFont typeface="OpenSymbol"/>
                        <a:buChar char="-"/>
                      </a:pPr>
                      <a:r>
                        <a:rPr b="0" lang="en-US" sz="1000" spc="-1" strike="noStrike">
                          <a:solidFill>
                            <a:srgbClr val="d9d9d9"/>
                          </a:solidFill>
                          <a:latin typeface="Arial"/>
                        </a:rPr>
                        <a:t>If you run out of room, try to reduce the size of your fonts and/or the size of your graphics. If there is a lot of empty space try to increase your font sizes and the size of your graphics. The font used for references can be smaller.</a:t>
                      </a:r>
                      <a:endParaRPr b="0" lang="en-US" sz="1000" spc="-1" strike="noStrike">
                        <a:solidFill>
                          <a:srgbClr val="ffffff"/>
                        </a:solidFill>
                        <a:latin typeface="Arial"/>
                      </a:endParaRPr>
                    </a:p>
                  </a:txBody>
                  <a:tcPr anchor="t" marL="14184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196280">
                <a:tc gridSpan="2">
                  <a:txBody>
                    <a:bodyPr lIns="70920" rIns="70920" tIns="35280" bIns="35280" anchor="t">
                      <a:noAutofit/>
                    </a:bodyPr>
                    <a:p>
                      <a:pPr defTabSz="1518480">
                        <a:lnSpc>
                          <a:spcPct val="100000"/>
                        </a:lnSpc>
                        <a:tabLst>
                          <a:tab algn="l" pos="0"/>
                        </a:tabLst>
                      </a:pPr>
                      <a:r>
                        <a:rPr b="1" lang="en-US" sz="1200" spc="-1" strike="noStrike">
                          <a:solidFill>
                            <a:srgbClr val="ffc000"/>
                          </a:solidFill>
                          <a:latin typeface="Arial"/>
                        </a:rPr>
                        <a:t>Photos</a:t>
                      </a:r>
                      <a:endParaRPr b="0" lang="en-US" sz="1200" spc="-1" strike="noStrike">
                        <a:solidFill>
                          <a:srgbClr val="ffffff"/>
                        </a:solidFill>
                        <a:latin typeface="Arial"/>
                      </a:endParaRPr>
                    </a:p>
                    <a:p>
                      <a:pPr defTabSz="977760">
                        <a:lnSpc>
                          <a:spcPct val="100000"/>
                        </a:lnSpc>
                        <a:tabLst>
                          <a:tab algn="l" pos="0"/>
                        </a:tabLst>
                      </a:pPr>
                      <a:r>
                        <a:rPr b="0" lang="en-US" sz="1000" spc="-1" strike="noStrike">
                          <a:solidFill>
                            <a:srgbClr val="d9d9d9"/>
                          </a:solidFill>
                          <a:latin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b="0" lang="en-US" sz="1000" spc="-1" strike="noStrike">
                        <a:solidFill>
                          <a:srgbClr val="ffffff"/>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153440">
                <a:tc gridSpan="2">
                  <a:txBody>
                    <a:bodyPr lIns="70920" rIns="70920" tIns="35280" bIns="35280" anchor="t">
                      <a:noAutofit/>
                    </a:bodyPr>
                    <a:p>
                      <a:endParaRPr b="0" lang="en-US" sz="1000" spc="-1" strike="noStrike">
                        <a:solidFill>
                          <a:schemeClr val="lt1"/>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4"/>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644040">
                <a:tc gridSpan="2">
                  <a:txBody>
                    <a:bodyPr lIns="70920" rIns="70920" tIns="35280" bIns="35280" anchor="t">
                      <a:noAutofit/>
                    </a:bodyPr>
                    <a:p>
                      <a:pPr defTabSz="1518480">
                        <a:lnSpc>
                          <a:spcPct val="100000"/>
                        </a:lnSpc>
                        <a:tabLst>
                          <a:tab algn="l" pos="0"/>
                        </a:tabLst>
                      </a:pPr>
                      <a:r>
                        <a:rPr b="1" lang="en-US" sz="1200" spc="-1" strike="noStrike">
                          <a:solidFill>
                            <a:srgbClr val="ffc000"/>
                          </a:solidFill>
                          <a:latin typeface="Arial"/>
                        </a:rPr>
                        <a:t>Quality check your graphics</a:t>
                      </a:r>
                      <a:endParaRPr b="0" lang="en-US" sz="1200" spc="-1" strike="noStrike">
                        <a:solidFill>
                          <a:srgbClr val="ffffff"/>
                        </a:solidFill>
                        <a:latin typeface="Arial"/>
                      </a:endParaRPr>
                    </a:p>
                    <a:p>
                      <a:pPr defTabSz="1518480">
                        <a:lnSpc>
                          <a:spcPct val="100000"/>
                        </a:lnSpc>
                        <a:tabLst>
                          <a:tab algn="l" pos="0"/>
                        </a:tabLst>
                      </a:pPr>
                      <a:r>
                        <a:rPr b="0" lang="en-US" sz="1000" spc="-1" strike="noStrike">
                          <a:solidFill>
                            <a:srgbClr val="d9d9d9"/>
                          </a:solidFill>
                          <a:latin typeface="Arial"/>
                        </a:rPr>
                        <a:t>Zoom in and look at your images at 100%-200% magnification. If they look clear, they will print well. </a:t>
                      </a:r>
                      <a:endParaRPr b="0" lang="en-US" sz="1000" spc="-1" strike="noStrike">
                        <a:solidFill>
                          <a:srgbClr val="ffffff"/>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603440">
                <a:tc gridSpan="2">
                  <a:txBody>
                    <a:bodyPr lIns="70920" rIns="70920" tIns="35280" bIns="35280" anchor="t">
                      <a:noAutofit/>
                    </a:bodyPr>
                    <a:p>
                      <a:endParaRPr b="0" lang="en-US" sz="1000" spc="-1" strike="noStrike">
                        <a:solidFill>
                          <a:schemeClr val="lt1"/>
                        </a:solidFill>
                        <a:latin typeface="Arial"/>
                      </a:endParaRPr>
                    </a:p>
                  </a:txBody>
                  <a:tcPr anchor="t" marL="70920" marR="709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5"/>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graphicFrame>
        <p:nvGraphicFramePr>
          <p:cNvPr id="28" name="Table 8"/>
          <p:cNvGraphicFramePr/>
          <p:nvPr/>
        </p:nvGraphicFramePr>
        <p:xfrm>
          <a:off x="29619720" y="0"/>
          <a:ext cx="5621400" cy="16716960"/>
        </p:xfrm>
        <a:graphic>
          <a:graphicData uri="http://schemas.openxmlformats.org/drawingml/2006/table">
            <a:tbl>
              <a:tblPr/>
              <a:tblGrid>
                <a:gridCol w="2095560"/>
                <a:gridCol w="681480"/>
                <a:gridCol w="2844360"/>
              </a:tblGrid>
              <a:tr h="646560">
                <a:tc gridSpan="3">
                  <a:txBody>
                    <a:bodyPr lIns="95040" rIns="95040" tIns="47520" bIns="47520" anchor="t">
                      <a:noAutofit/>
                    </a:bodyPr>
                    <a:p>
                      <a:pPr algn="ctr" defTabSz="4388760">
                        <a:lnSpc>
                          <a:spcPct val="100000"/>
                        </a:lnSpc>
                        <a:tabLst>
                          <a:tab algn="l" pos="0"/>
                        </a:tabLst>
                      </a:pPr>
                      <a:r>
                        <a:rPr b="0" lang="en-US" sz="2100" spc="599" strike="noStrike">
                          <a:solidFill>
                            <a:srgbClr val="1f3a4e"/>
                          </a:solidFill>
                          <a:latin typeface="Arial Black"/>
                        </a:rPr>
                        <a:t>QUICK START GUIDE</a:t>
                      </a:r>
                      <a:br>
                        <a:rPr sz="2100"/>
                      </a:br>
                      <a:r>
                        <a:rPr b="1" lang="en-US" sz="1700" spc="-1" strike="noStrike">
                          <a:solidFill>
                            <a:srgbClr val="ff0000"/>
                          </a:solidFill>
                          <a:latin typeface="Trebuchet MS"/>
                        </a:rPr>
                        <a:t>(THIS SIDEBAR WILL NOT PRINT)</a:t>
                      </a:r>
                      <a:endParaRPr b="0" lang="en-US" sz="1700" spc="-1" strike="noStrike">
                        <a:solidFill>
                          <a:srgbClr val="000000"/>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fc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2579760">
                <a:tc gridSpan="3">
                  <a:txBody>
                    <a:bodyPr lIns="95040" rIns="95040" tIns="47520" bIns="47520" anchor="t">
                      <a:noAutofit/>
                    </a:bodyPr>
                    <a:p>
                      <a:pPr defTabSz="2675160">
                        <a:lnSpc>
                          <a:spcPct val="100000"/>
                        </a:lnSpc>
                      </a:pPr>
                      <a:r>
                        <a:rPr b="1" lang="en-US" sz="1500" spc="-1" strike="noStrike">
                          <a:solidFill>
                            <a:srgbClr val="ffc000"/>
                          </a:solidFill>
                          <a:latin typeface="Arial"/>
                        </a:rPr>
                        <a:t>How to change the template colors</a:t>
                      </a:r>
                      <a:endParaRPr b="0" lang="en-US" sz="15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You can change the overall template color theme by clicking on the COLORS dropdown menu under the DESIGN tab. You can see a tutorial here: </a:t>
                      </a:r>
                      <a:r>
                        <a:rPr b="0" lang="en-US" sz="1300" spc="-1" strike="noStrike" u="sng">
                          <a:solidFill>
                            <a:srgbClr val="ffc000"/>
                          </a:solidFill>
                          <a:uFillTx/>
                          <a:latin typeface="Calibri"/>
                          <a:hlinkClick r:id="rId6"/>
                        </a:rPr>
                        <a:t>https://www.posterpresentations.com/how-to-change-the-research-poster-template-colors.html</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You can also manually change the color of individual elements by going to VIEW &gt; SLIDE MASTER. On the left side of your screen select the background master where you can change the template background, column sizes, etc. </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After you finish working on the SLIDE MASTER, it is important that you go to VIEW &gt; NORMAL to continue working on your poster. </a:t>
                      </a: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0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352160">
                <a:tc gridSpan="3">
                  <a:txBody>
                    <a:bodyPr lIns="190440" rIns="95040" tIns="142560" bIns="47520" anchor="t">
                      <a:noAutofit/>
                    </a:bodyPr>
                    <a:p>
                      <a:pPr defTabSz="2675160">
                        <a:lnSpc>
                          <a:spcPct val="100000"/>
                        </a:lnSpc>
                      </a:pPr>
                      <a:r>
                        <a:rPr b="1" lang="en-US" sz="1500" spc="-1" strike="noStrike">
                          <a:solidFill>
                            <a:srgbClr val="ffc000"/>
                          </a:solidFill>
                          <a:latin typeface="Arial"/>
                        </a:rPr>
                        <a:t>How to change the column layout configuration</a:t>
                      </a:r>
                      <a:endParaRPr b="0" lang="en-US" sz="1500" spc="-1" strike="noStrike">
                        <a:solidFill>
                          <a:srgbClr val="ffffff"/>
                        </a:solidFill>
                        <a:latin typeface="Arial"/>
                      </a:endParaRPr>
                    </a:p>
                    <a:p>
                      <a:pPr defTabSz="2675160">
                        <a:lnSpc>
                          <a:spcPct val="100000"/>
                        </a:lnSpc>
                      </a:pPr>
                      <a:r>
                        <a:rPr b="0" lang="en-US" sz="1300" spc="-1" strike="noStrike">
                          <a:solidFill>
                            <a:srgbClr val="d9d9d9"/>
                          </a:solidFill>
                          <a:latin typeface="Arial"/>
                        </a:rPr>
                        <a:t>You can manually change the configuration on the columns by going to VIEW &gt; SLIDE MASTER. You can delete columns, resize them or modify them as needed for your layout. </a:t>
                      </a:r>
                      <a:endParaRPr b="0" lang="en-US" sz="1300" spc="-1" strike="noStrike">
                        <a:solidFill>
                          <a:srgbClr val="ffffff"/>
                        </a:solidFill>
                        <a:latin typeface="Arial"/>
                      </a:endParaRPr>
                    </a:p>
                    <a:p>
                      <a:pPr defTabSz="3765240">
                        <a:lnSpc>
                          <a:spcPct val="100000"/>
                        </a:lnSpc>
                        <a:tabLst>
                          <a:tab algn="l" pos="0"/>
                        </a:tabLst>
                      </a:pPr>
                      <a:r>
                        <a:rPr b="0" lang="en-US" sz="1300" spc="-1" strike="noStrike">
                          <a:solidFill>
                            <a:srgbClr val="d9d9d9"/>
                          </a:solidFill>
                          <a:latin typeface="Arial"/>
                        </a:rPr>
                        <a:t>You can see a tutorial here: </a:t>
                      </a:r>
                      <a:r>
                        <a:rPr b="0" lang="en-US" sz="1300" spc="-1" strike="noStrike" u="sng">
                          <a:solidFill>
                            <a:srgbClr val="ffc000"/>
                          </a:solidFill>
                          <a:uFillTx/>
                          <a:latin typeface="Arial"/>
                        </a:rPr>
                        <a:t>https://www.posterpresentations.com/how-to-change-the-column-configuration.html</a:t>
                      </a:r>
                      <a:endParaRPr b="0" lang="en-US" sz="1300" spc="-1" strike="noStrike">
                        <a:solidFill>
                          <a:srgbClr val="ffffff"/>
                        </a:solidFill>
                        <a:latin typeface="Arial"/>
                      </a:endParaRPr>
                    </a:p>
                  </a:txBody>
                  <a:tcPr anchor="t" marL="1904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0000"/>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586880">
                <a:tc gridSpan="2">
                  <a:txBody>
                    <a:bodyPr lIns="95040" rIns="95040" tIns="47520" bIns="47520" anchor="t">
                      <a:noAutofit/>
                    </a:bodyPr>
                    <a:p>
                      <a:endParaRPr b="0" lang="en-US" sz="1300" spc="-1" strike="noStrike">
                        <a:solidFill>
                          <a:srgbClr val="d9d9d9"/>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7"/>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rowSpan="2">
                  <a:txBody>
                    <a:bodyPr lIns="95040" rIns="95040" tIns="47520" bIns="47520" anchor="t">
                      <a:noAutofit/>
                    </a:bodyPr>
                    <a:p>
                      <a:pPr defTabSz="1518480">
                        <a:lnSpc>
                          <a:spcPct val="100000"/>
                        </a:lnSpc>
                        <a:tabLst>
                          <a:tab algn="l" pos="0"/>
                        </a:tabLst>
                      </a:pPr>
                      <a:r>
                        <a:rPr b="1" lang="en-US" sz="1500" spc="-1" strike="noStrike">
                          <a:solidFill>
                            <a:srgbClr val="ffc000"/>
                          </a:solidFill>
                          <a:latin typeface="Arial"/>
                        </a:rPr>
                        <a:t>How to hide the QUICK START GUIDE bars from the sides of the template</a:t>
                      </a:r>
                      <a:endParaRPr b="0" lang="en-US" sz="15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The Quick Start Guides </a:t>
                      </a:r>
                      <a:r>
                        <a:rPr b="0" lang="en-US" sz="1300" spc="-1" strike="noStrike" u="sng">
                          <a:solidFill>
                            <a:srgbClr val="d9d9d9"/>
                          </a:solidFill>
                          <a:uFillTx/>
                          <a:latin typeface="Arial"/>
                        </a:rPr>
                        <a:t>are outside the template’s printable area</a:t>
                      </a:r>
                      <a:r>
                        <a:rPr b="0" lang="en-US" sz="1300" spc="-1" strike="noStrike">
                          <a:solidFill>
                            <a:srgbClr val="d9d9d9"/>
                          </a:solidFill>
                          <a:latin typeface="Arial"/>
                        </a:rPr>
                        <a:t> and they will not be on the printed poster. </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If you create a PDF file from your template, the guides will not be included.</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r>
              <a:tr h="1653120">
                <a:tc gridSpan="2">
                  <a:txBody>
                    <a:bodyPr lIns="95040" rIns="95040" tIns="47520" bIns="47520" anchor="t">
                      <a:noAutofit/>
                    </a:bodyPr>
                    <a:p>
                      <a:pPr defTabSz="1518480">
                        <a:lnSpc>
                          <a:spcPct val="100000"/>
                        </a:lnSpc>
                        <a:tabLst>
                          <a:tab algn="l" pos="0"/>
                        </a:tabLst>
                      </a:pPr>
                      <a:endParaRPr b="0" lang="en-US" sz="1300" spc="-1" strike="noStrike">
                        <a:solidFill>
                          <a:srgbClr val="ffffff"/>
                        </a:solidFill>
                        <a:latin typeface="Arial"/>
                      </a:endParaRPr>
                    </a:p>
                    <a:p>
                      <a:pPr defTabSz="1518480">
                        <a:lnSpc>
                          <a:spcPct val="100000"/>
                        </a:lnSpc>
                        <a:tabLst>
                          <a:tab algn="l" pos="0"/>
                        </a:tabLst>
                      </a:pPr>
                      <a:r>
                        <a:rPr b="0" lang="en-US" sz="1300" spc="-1" strike="noStrike">
                          <a:solidFill>
                            <a:srgbClr val="d9d9d9"/>
                          </a:solidFill>
                          <a:latin typeface="Arial"/>
                        </a:rPr>
                        <a:t>To hide the guides click on the </a:t>
                      </a:r>
                      <a:r>
                        <a:rPr b="1" lang="en-US" sz="1300" spc="-1" strike="noStrike">
                          <a:solidFill>
                            <a:srgbClr val="d9d9d9"/>
                          </a:solidFill>
                          <a:latin typeface="Arial"/>
                        </a:rPr>
                        <a:t>Home</a:t>
                      </a:r>
                      <a:r>
                        <a:rPr b="0" lang="en-US" sz="1300" spc="-1" strike="noStrike">
                          <a:solidFill>
                            <a:srgbClr val="d9d9d9"/>
                          </a:solidFill>
                          <a:latin typeface="Arial"/>
                        </a:rPr>
                        <a:t> tab (top of the screen) and then click on the </a:t>
                      </a:r>
                      <a:r>
                        <a:rPr b="1" lang="en-US" sz="1300" spc="-1" strike="noStrike">
                          <a:solidFill>
                            <a:srgbClr val="d9d9d9"/>
                          </a:solidFill>
                          <a:latin typeface="Arial"/>
                        </a:rPr>
                        <a:t>Layout</a:t>
                      </a:r>
                      <a:r>
                        <a:rPr b="0" lang="en-US" sz="1300" spc="-1" strike="noStrike">
                          <a:solidFill>
                            <a:srgbClr val="d9d9d9"/>
                          </a:solidFill>
                          <a:latin typeface="Arial"/>
                        </a:rPr>
                        <a:t> button below to see the available layouts. Choose the </a:t>
                      </a:r>
                      <a:r>
                        <a:rPr b="1" lang="en-US" sz="1300" spc="-1" strike="noStrike">
                          <a:solidFill>
                            <a:srgbClr val="d9d9d9"/>
                          </a:solidFill>
                          <a:latin typeface="Arial"/>
                        </a:rPr>
                        <a:t>Without Guides </a:t>
                      </a:r>
                      <a:r>
                        <a:rPr b="0" lang="en-US" sz="1300" spc="-1" strike="noStrike">
                          <a:solidFill>
                            <a:srgbClr val="d9d9d9"/>
                          </a:solidFill>
                          <a:latin typeface="Arial"/>
                        </a:rPr>
                        <a:t>layout.</a:t>
                      </a:r>
                      <a:endParaRPr b="0" lang="en-US" sz="1300" spc="-1" strike="noStrike">
                        <a:solidFill>
                          <a:srgbClr val="ffffff"/>
                        </a:solidFill>
                        <a:latin typeface="Arial"/>
                      </a:endParaRPr>
                    </a:p>
                    <a:p>
                      <a:pPr defTabSz="1518480">
                        <a:lnSpc>
                          <a:spcPct val="100000"/>
                        </a:lnSpc>
                        <a:tabLst>
                          <a:tab algn="l" pos="0"/>
                        </a:tabLst>
                      </a:pP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v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1670040">
                <a:tc gridSpan="2">
                  <a:txBody>
                    <a:bodyPr lIns="95040" rIns="95040" tIns="47520" bIns="47520" anchor="t">
                      <a:noAutofit/>
                    </a:bodyPr>
                    <a:p>
                      <a:pPr defTabSz="2675160">
                        <a:lnSpc>
                          <a:spcPct val="100000"/>
                        </a:lnSpc>
                      </a:pPr>
                      <a:r>
                        <a:rPr b="1" lang="en-US" sz="1500" spc="-1" strike="noStrike">
                          <a:solidFill>
                            <a:srgbClr val="ffc000"/>
                          </a:solidFill>
                          <a:latin typeface="Arial"/>
                        </a:rPr>
                        <a:t>How to preview your poster prior to presenting</a:t>
                      </a:r>
                      <a:endParaRPr b="0" lang="en-US" sz="1500" spc="-1" strike="noStrike">
                        <a:solidFill>
                          <a:srgbClr val="ffffff"/>
                        </a:solidFill>
                        <a:latin typeface="Arial"/>
                      </a:endParaRPr>
                    </a:p>
                    <a:p>
                      <a:pPr defTabSz="2675160">
                        <a:lnSpc>
                          <a:spcPct val="100000"/>
                        </a:lnSpc>
                      </a:pPr>
                      <a:r>
                        <a:rPr b="0" lang="en-US" sz="1300" spc="-1" strike="noStrike">
                          <a:solidFill>
                            <a:srgbClr val="d9d9d9"/>
                          </a:solidFill>
                          <a:latin typeface="Arial"/>
                        </a:rPr>
                        <a:t>You can preview your poster at any time by pressing the </a:t>
                      </a:r>
                      <a:r>
                        <a:rPr b="0" lang="en-US" sz="1300" spc="-1" strike="noStrike">
                          <a:solidFill>
                            <a:srgbClr val="ffc000"/>
                          </a:solidFill>
                          <a:latin typeface="Arial"/>
                        </a:rPr>
                        <a:t>F5 key</a:t>
                      </a:r>
                      <a:r>
                        <a:rPr b="0" lang="en-US" sz="1300" spc="-1" strike="noStrike">
                          <a:solidFill>
                            <a:srgbClr val="d9d9d9"/>
                          </a:solidFill>
                          <a:latin typeface="Arial"/>
                        </a:rPr>
                        <a:t> on your keyboard. You will see on the screen what's on your poster and how it should look when printed. Press the </a:t>
                      </a:r>
                      <a:r>
                        <a:rPr b="0" lang="en-US" sz="1300" spc="-1" strike="noStrike">
                          <a:solidFill>
                            <a:srgbClr val="ffc000"/>
                          </a:solidFill>
                          <a:latin typeface="Arial"/>
                        </a:rPr>
                        <a:t>ESC key </a:t>
                      </a:r>
                      <a:r>
                        <a:rPr b="0" lang="en-US" sz="1300" spc="-1" strike="noStrike">
                          <a:solidFill>
                            <a:srgbClr val="d9d9d9"/>
                          </a:solidFill>
                          <a:latin typeface="Arial"/>
                        </a:rPr>
                        <a:t>to exit Preview.</a:t>
                      </a: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106560" rIns="53280" tIns="69840" bIns="23040" anchor="ctr">
                      <a:noAutofit/>
                    </a:bodyPr>
                    <a:p>
                      <a:pPr defTabSz="2675160">
                        <a:lnSpc>
                          <a:spcPct val="100000"/>
                        </a:lnSpc>
                      </a:pPr>
                      <a:r>
                        <a:rPr b="1" lang="en-US" sz="5900" spc="-1" strike="noStrike">
                          <a:solidFill>
                            <a:srgbClr val="d9d9d9"/>
                          </a:solidFill>
                          <a:latin typeface="Arial"/>
                        </a:rPr>
                        <a:t>F5</a:t>
                      </a:r>
                      <a:r>
                        <a:rPr b="0" lang="en-US" sz="1300" spc="-1" strike="noStrike">
                          <a:solidFill>
                            <a:srgbClr val="d9d9d9"/>
                          </a:solidFill>
                          <a:latin typeface="Arial"/>
                        </a:rPr>
                        <a:t> </a:t>
                      </a:r>
                      <a:endParaRPr b="0" lang="en-US" sz="1300" spc="-1" strike="noStrike">
                        <a:solidFill>
                          <a:srgbClr val="ffffff"/>
                        </a:solidFill>
                        <a:latin typeface="Arial"/>
                      </a:endParaRPr>
                    </a:p>
                  </a:txBody>
                  <a:tcPr anchor="ctr" marL="106560" marR="53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dk1">
                        <a:lumMod val="95000"/>
                        <a:lumOff val="5000"/>
                      </a:schemeClr>
                    </a:solidFill>
                  </a:tcPr>
                </a:tc>
              </a:tr>
              <a:tr h="880560">
                <a:tc gridSpan="3">
                  <a:txBody>
                    <a:bodyPr lIns="95040" rIns="95040" tIns="47520" bIns="47520" anchor="t">
                      <a:noAutofit/>
                    </a:bodyPr>
                    <a:p>
                      <a:pPr defTabSz="1518480">
                        <a:lnSpc>
                          <a:spcPct val="100000"/>
                        </a:lnSpc>
                        <a:tabLst>
                          <a:tab algn="l" pos="0"/>
                        </a:tabLst>
                      </a:pPr>
                      <a:r>
                        <a:rPr b="1" lang="en-US" sz="1500" spc="-1" strike="noStrike">
                          <a:solidFill>
                            <a:srgbClr val="ffc000"/>
                          </a:solidFill>
                          <a:latin typeface="Arial"/>
                        </a:rPr>
                        <a:t>How to present your poster</a:t>
                      </a:r>
                      <a:endParaRPr b="0" lang="en-US" sz="1500" spc="-1" strike="noStrike">
                        <a:solidFill>
                          <a:srgbClr val="ffffff"/>
                        </a:solidFill>
                        <a:latin typeface="Arial"/>
                      </a:endParaRPr>
                    </a:p>
                    <a:p>
                      <a:pPr defTabSz="114480">
                        <a:lnSpc>
                          <a:spcPct val="100000"/>
                        </a:lnSpc>
                        <a:tabLst>
                          <a:tab algn="l" pos="0"/>
                        </a:tabLst>
                      </a:pPr>
                      <a:r>
                        <a:rPr b="0" lang="en-US" sz="1300" spc="-1" strike="noStrike">
                          <a:solidFill>
                            <a:srgbClr val="d9d9d9"/>
                          </a:solidFill>
                          <a:latin typeface="Arial"/>
                        </a:rPr>
                        <a:t>When you finish designing your poster and are ready to virtually present it, follow the conference organizers' instructions. </a:t>
                      </a:r>
                      <a:endParaRPr b="0" lang="en-US" sz="1300" spc="-1" strike="noStrike">
                        <a:solidFill>
                          <a:srgbClr val="ffffff"/>
                        </a:solidFill>
                        <a:latin typeface="Arial"/>
                      </a:endParaRPr>
                    </a:p>
                    <a:p>
                      <a:pPr defTabSz="114480">
                        <a:lnSpc>
                          <a:spcPct val="100000"/>
                        </a:lnSpc>
                        <a:tabLst>
                          <a:tab algn="l" pos="0"/>
                        </a:tabLst>
                      </a:pPr>
                      <a:endParaRPr b="0" lang="en-US" sz="13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4224600">
                <a:tc gridSpan="3">
                  <a:txBody>
                    <a:bodyPr lIns="95040" rIns="95040" tIns="47520" bIns="47520" anchor="t">
                      <a:noAutofit/>
                    </a:bodyPr>
                    <a:p>
                      <a:pPr defTabSz="1518480">
                        <a:lnSpc>
                          <a:spcPct val="100000"/>
                        </a:lnSpc>
                        <a:tabLst>
                          <a:tab algn="l" pos="0"/>
                        </a:tabLst>
                      </a:pPr>
                      <a:r>
                        <a:rPr b="1" lang="en-US" sz="1600" spc="-1" strike="noStrike">
                          <a:solidFill>
                            <a:srgbClr val="ffc000"/>
                          </a:solidFill>
                          <a:latin typeface="Arial"/>
                        </a:rPr>
                        <a:t>Publish, present virtually, share, and discuss!</a:t>
                      </a:r>
                      <a:endParaRPr b="0" lang="en-US" sz="1600" spc="-1" strike="noStrike">
                        <a:solidFill>
                          <a:srgbClr val="ffffff"/>
                        </a:solidFill>
                        <a:latin typeface="Arial"/>
                      </a:endParaRPr>
                    </a:p>
                    <a:p>
                      <a:pPr defTabSz="114480">
                        <a:lnSpc>
                          <a:spcPct val="100000"/>
                        </a:lnSpc>
                        <a:tabLst>
                          <a:tab algn="l" pos="0"/>
                        </a:tabLst>
                      </a:pPr>
                      <a:r>
                        <a:rPr b="1" lang="en-US" sz="1400" spc="-1" strike="noStrike">
                          <a:solidFill>
                            <a:srgbClr val="d9d9d9"/>
                          </a:solidFill>
                          <a:latin typeface="Arial"/>
                        </a:rPr>
                        <a:t>Submit your poster and add it to the Research Poster Virtual Library.</a:t>
                      </a:r>
                      <a:br>
                        <a:rPr sz="1400"/>
                      </a:br>
                      <a:br>
                        <a:rPr sz="1400"/>
                      </a:br>
                      <a:r>
                        <a:rPr b="1" lang="en-US" sz="1400" spc="-1" strike="noStrike">
                          <a:solidFill>
                            <a:schemeClr val="accent4"/>
                          </a:solidFill>
                          <a:latin typeface="Arial"/>
                        </a:rPr>
                        <a:t>Continuous</a:t>
                      </a:r>
                      <a:r>
                        <a:rPr b="1" lang="en-US" sz="1400" spc="-1" strike="noStrike">
                          <a:solidFill>
                            <a:srgbClr val="d9d9d9"/>
                          </a:solidFill>
                          <a:latin typeface="Arial"/>
                        </a:rPr>
                        <a:t> </a:t>
                      </a:r>
                      <a:r>
                        <a:rPr b="1" lang="en-US" sz="1400" spc="-1" strike="noStrike">
                          <a:solidFill>
                            <a:srgbClr val="ffc000"/>
                          </a:solidFill>
                          <a:latin typeface="Arial"/>
                        </a:rPr>
                        <a:t>global reach</a:t>
                      </a:r>
                      <a:endParaRPr b="0" lang="en-US" sz="1400" spc="-1" strike="noStrike">
                        <a:solidFill>
                          <a:srgbClr val="ffffff"/>
                        </a:solidFill>
                        <a:latin typeface="Arial"/>
                      </a:endParaRPr>
                    </a:p>
                    <a:p>
                      <a:pPr defTabSz="114480">
                        <a:lnSpc>
                          <a:spcPct val="100000"/>
                        </a:lnSpc>
                        <a:tabLst>
                          <a:tab algn="l" pos="0"/>
                        </a:tabLst>
                      </a:pPr>
                      <a:r>
                        <a:rPr b="0" lang="en-US" sz="1400" spc="-1" strike="noStrike">
                          <a:solidFill>
                            <a:srgbClr val="d9d9d9"/>
                          </a:solidFill>
                          <a:latin typeface="Arial"/>
                        </a:rPr>
                        <a:t>Share your research with thousands of students, educators, scientists, and researchers from all over the United States and the World.</a:t>
                      </a:r>
                      <a:endParaRPr b="0" lang="en-US" sz="1400" spc="-1" strike="noStrike">
                        <a:solidFill>
                          <a:srgbClr val="ffffff"/>
                        </a:solidFill>
                        <a:latin typeface="Arial"/>
                      </a:endParaRPr>
                    </a:p>
                    <a:p>
                      <a:pPr defTabSz="114480">
                        <a:lnSpc>
                          <a:spcPct val="100000"/>
                        </a:lnSpc>
                        <a:tabLst>
                          <a:tab algn="l" pos="0"/>
                        </a:tabLst>
                      </a:pPr>
                      <a:endParaRPr b="0" lang="en-US" sz="1400" spc="-1" strike="noStrike">
                        <a:solidFill>
                          <a:srgbClr val="ffffff"/>
                        </a:solidFill>
                        <a:latin typeface="Arial"/>
                      </a:endParaRPr>
                    </a:p>
                    <a:p>
                      <a:pPr defTabSz="114480">
                        <a:lnSpc>
                          <a:spcPct val="100000"/>
                        </a:lnSpc>
                        <a:tabLst>
                          <a:tab algn="l" pos="0"/>
                        </a:tabLst>
                      </a:pPr>
                      <a:r>
                        <a:rPr b="1" lang="en-US" sz="1400" spc="-1" strike="noStrike">
                          <a:solidFill>
                            <a:srgbClr val="ffc000"/>
                          </a:solidFill>
                          <a:latin typeface="Arial"/>
                        </a:rPr>
                        <a:t>Full-featured poster showcase included</a:t>
                      </a:r>
                      <a:endParaRPr b="0" lang="en-US" sz="1400" spc="-1" strike="noStrike">
                        <a:solidFill>
                          <a:srgbClr val="ffffff"/>
                        </a:solidFill>
                        <a:latin typeface="Arial"/>
                      </a:endParaRPr>
                    </a:p>
                    <a:p>
                      <a:pPr defTabSz="114480">
                        <a:lnSpc>
                          <a:spcPct val="100000"/>
                        </a:lnSpc>
                        <a:tabLst>
                          <a:tab algn="l" pos="0"/>
                        </a:tabLst>
                      </a:pPr>
                      <a:r>
                        <a:rPr b="0" lang="en-US" sz="1400" spc="-1" strike="noStrike">
                          <a:solidFill>
                            <a:srgbClr val="d9d9d9"/>
                          </a:solidFill>
                          <a:latin typeface="Arial"/>
                        </a:rPr>
                        <a:t>Present your poster on a  professional full-featured and customizable web page that includes full screen functions, social sharing, your own discussion board, private contact form, narration and more.</a:t>
                      </a:r>
                      <a:endParaRPr b="0" lang="en-US" sz="1400" spc="-1" strike="noStrike">
                        <a:solidFill>
                          <a:srgbClr val="ffffff"/>
                        </a:solidFill>
                        <a:latin typeface="Arial"/>
                      </a:endParaRPr>
                    </a:p>
                    <a:p>
                      <a:pPr defTabSz="114480">
                        <a:lnSpc>
                          <a:spcPct val="100000"/>
                        </a:lnSpc>
                        <a:tabLst>
                          <a:tab algn="l" pos="0"/>
                        </a:tabLst>
                      </a:pPr>
                      <a:endParaRPr b="0" lang="en-US" sz="1400" spc="-1" strike="noStrike">
                        <a:solidFill>
                          <a:srgbClr val="ffffff"/>
                        </a:solidFill>
                        <a:latin typeface="Arial"/>
                      </a:endParaRPr>
                    </a:p>
                    <a:p>
                      <a:pPr defTabSz="114480">
                        <a:lnSpc>
                          <a:spcPct val="100000"/>
                        </a:lnSpc>
                        <a:tabLst>
                          <a:tab algn="l" pos="0"/>
                        </a:tabLst>
                      </a:pPr>
                      <a:r>
                        <a:rPr b="1" lang="en-US" sz="1400" spc="-1" strike="noStrike">
                          <a:solidFill>
                            <a:srgbClr val="ffc000"/>
                          </a:solidFill>
                          <a:latin typeface="Arial"/>
                        </a:rPr>
                        <a:t>Convenience for presenter groups and conference coordinators </a:t>
                      </a:r>
                      <a:endParaRPr b="0" lang="en-US" sz="1400" spc="-1" strike="noStrike">
                        <a:solidFill>
                          <a:srgbClr val="ffffff"/>
                        </a:solidFill>
                        <a:latin typeface="Arial"/>
                      </a:endParaRPr>
                    </a:p>
                    <a:p>
                      <a:pPr defTabSz="114480">
                        <a:lnSpc>
                          <a:spcPct val="100000"/>
                        </a:lnSpc>
                        <a:tabLst>
                          <a:tab algn="l" pos="0"/>
                        </a:tabLst>
                      </a:pPr>
                      <a:r>
                        <a:rPr b="0" lang="en-US" sz="1400" spc="-1" strike="noStrike">
                          <a:solidFill>
                            <a:srgbClr val="d9d9d9"/>
                          </a:solidFill>
                          <a:latin typeface="Arial"/>
                        </a:rPr>
                        <a:t>Published posters can easily be presented at virtual conferences. Perfect solution for organizers of meetings and conferences.</a:t>
                      </a:r>
                      <a:br>
                        <a:rPr sz="1400"/>
                      </a:br>
                      <a:endParaRPr b="0" lang="en-US" sz="1400" spc="-1" strike="noStrike">
                        <a:solidFill>
                          <a:srgbClr val="ffffff"/>
                        </a:solidFill>
                        <a:latin typeface="Arial"/>
                      </a:endParaRPr>
                    </a:p>
                    <a:p>
                      <a:pPr defTabSz="114480">
                        <a:lnSpc>
                          <a:spcPct val="100000"/>
                        </a:lnSpc>
                        <a:tabLst>
                          <a:tab algn="l" pos="0"/>
                        </a:tabLst>
                      </a:pPr>
                      <a:r>
                        <a:rPr b="1" lang="en-US" sz="1600" spc="-1" strike="noStrike" u="sng">
                          <a:solidFill>
                            <a:srgbClr val="ffc000"/>
                          </a:solidFill>
                          <a:uFillTx/>
                          <a:latin typeface="Arial"/>
                          <a:hlinkClick r:id="rId8"/>
                        </a:rPr>
                        <a:t>https://www.PosterPresentations.com/</a:t>
                      </a:r>
                      <a:r>
                        <a:rPr b="1" lang="en-US" sz="1600" spc="-1" strike="noStrike" u="sng">
                          <a:solidFill>
                            <a:srgbClr val="ffc000"/>
                          </a:solidFill>
                          <a:uFillTx/>
                          <a:latin typeface="Arial"/>
                          <a:hlinkClick r:id="rId9"/>
                        </a:rPr>
                        <a:t>research</a:t>
                      </a:r>
                      <a:endParaRPr b="0" lang="en-US" sz="1600" spc="-1" strike="noStrike">
                        <a:solidFill>
                          <a:srgbClr val="ffffff"/>
                        </a:solidFill>
                        <a:latin typeface="Arial"/>
                      </a:endParaRPr>
                    </a:p>
                    <a:p>
                      <a:pPr defTabSz="114480">
                        <a:lnSpc>
                          <a:spcPct val="100000"/>
                        </a:lnSpc>
                        <a:tabLst>
                          <a:tab algn="l" pos="0"/>
                        </a:tabLst>
                      </a:pPr>
                      <a:endParaRPr b="0" lang="en-US" sz="14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3366"/>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770760">
                <a:tc gridSpan="3">
                  <a:txBody>
                    <a:bodyPr lIns="95040" rIns="95040" tIns="47520" bIns="47520" anchor="t">
                      <a:noAutofit/>
                    </a:bodyPr>
                    <a:p>
                      <a:endParaRPr b="0" lang="en-US" sz="1300" spc="-1" strike="noStrike">
                        <a:solidFill>
                          <a:srgbClr val="1f3a4e"/>
                        </a:solidFill>
                        <a:latin typeface="Calibri"/>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blipFill rotWithShape="0">
                      <a:blip r:embed="rId10"/>
                      <a:stretch/>
                    </a:blip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r h="560880">
                <a:tc>
                  <a:txBody>
                    <a:bodyPr lIns="106560" rIns="53280" tIns="69840" bIns="23040" anchor="t">
                      <a:noAutofit/>
                    </a:bodyPr>
                    <a:p>
                      <a:pPr defTabSz="2675160">
                        <a:lnSpc>
                          <a:spcPct val="100000"/>
                        </a:lnSpc>
                      </a:pPr>
                      <a:r>
                        <a:rPr b="0" lang="en-US" sz="1000" spc="-1" strike="noStrike">
                          <a:solidFill>
                            <a:schemeClr val="lt1">
                              <a:lumMod val="85000"/>
                            </a:schemeClr>
                          </a:solidFill>
                          <a:latin typeface="Arial"/>
                        </a:rPr>
                        <a:t>© 2020 PosterPresentations.com</a:t>
                      </a:r>
                      <a:br>
                        <a:rPr sz="1000"/>
                      </a:br>
                      <a:r>
                        <a:rPr b="0" lang="en-US" sz="1000" spc="-1" strike="noStrike">
                          <a:solidFill>
                            <a:schemeClr val="lt1">
                              <a:lumMod val="85000"/>
                            </a:schemeClr>
                          </a:solidFill>
                          <a:latin typeface="Arial"/>
                        </a:rPr>
                        <a:t>2117 Fourth Street , STE C        </a:t>
                      </a:r>
                      <a:endParaRPr b="0" lang="en-US" sz="1000" spc="-1" strike="noStrike">
                        <a:solidFill>
                          <a:srgbClr val="ffffff"/>
                        </a:solidFill>
                        <a:latin typeface="Arial"/>
                      </a:endParaRPr>
                    </a:p>
                    <a:p>
                      <a:pPr defTabSz="2675160">
                        <a:lnSpc>
                          <a:spcPct val="100000"/>
                        </a:lnSpc>
                      </a:pPr>
                      <a:r>
                        <a:rPr b="0" lang="en-US" sz="1000" spc="-1" strike="noStrike">
                          <a:solidFill>
                            <a:schemeClr val="lt1">
                              <a:lumMod val="85000"/>
                            </a:schemeClr>
                          </a:solidFill>
                          <a:latin typeface="Arial"/>
                        </a:rPr>
                        <a:t>Berkeley CA 94710 USA</a:t>
                      </a:r>
                      <a:endParaRPr b="0" lang="en-US" sz="1000" spc="-1" strike="noStrike">
                        <a:solidFill>
                          <a:srgbClr val="ffffff"/>
                        </a:solidFill>
                        <a:latin typeface="Arial"/>
                      </a:endParaRPr>
                    </a:p>
                  </a:txBody>
                  <a:tcPr anchor="t" marL="106560" marR="532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gridSpan="2">
                  <a:txBody>
                    <a:bodyPr lIns="95040" rIns="95040" tIns="47520" bIns="47520" anchor="t">
                      <a:noAutofit/>
                    </a:bodyPr>
                    <a:p>
                      <a:pPr defTabSz="4388760">
                        <a:lnSpc>
                          <a:spcPct val="100000"/>
                        </a:lnSpc>
                        <a:tabLst>
                          <a:tab algn="l" pos="0"/>
                        </a:tabLst>
                      </a:pPr>
                      <a:r>
                        <a:rPr b="1" lang="en-US" sz="1300" spc="-1" strike="noStrike">
                          <a:solidFill>
                            <a:srgbClr val="d0d0d0"/>
                          </a:solidFill>
                          <a:latin typeface="Arial"/>
                        </a:rPr>
                        <a:t>For poster-making tutorials visit:</a:t>
                      </a:r>
                      <a:endParaRPr b="0" lang="en-US" sz="1300" spc="-1" strike="noStrike">
                        <a:solidFill>
                          <a:srgbClr val="ffffff"/>
                        </a:solidFill>
                        <a:latin typeface="Arial"/>
                      </a:endParaRPr>
                    </a:p>
                    <a:p>
                      <a:pPr defTabSz="4388760">
                        <a:lnSpc>
                          <a:spcPct val="100000"/>
                        </a:lnSpc>
                        <a:tabLst>
                          <a:tab algn="l" pos="0"/>
                        </a:tabLst>
                      </a:pPr>
                      <a:r>
                        <a:rPr b="1" lang="en-US" sz="900" spc="-1" strike="noStrike">
                          <a:solidFill>
                            <a:srgbClr val="ffc000"/>
                          </a:solidFill>
                          <a:latin typeface="Arial"/>
                        </a:rPr>
                        <a:t>https://www.posterpresentations.com/helpdesk.html</a:t>
                      </a:r>
                      <a:endParaRPr b="0" lang="en-US" sz="900" spc="-1" strike="noStrike">
                        <a:solidFill>
                          <a:srgbClr val="ffffff"/>
                        </a:solidFill>
                        <a:latin typeface="Arial"/>
                      </a:endParaRPr>
                    </a:p>
                  </a:txBody>
                  <a:tcPr anchor="t" marL="95040" marR="950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10101"/>
                    </a:solidFill>
                  </a:tcPr>
                </a:tc>
                <a:tc hMerge="1">
                  <a:txBody>
                    <a:bodyPr lIns="90000" rIns="90000" tIns="45000" bIns="45000" anchor="t">
                      <a:noAutofit/>
                    </a:bodyPr>
                    <a:p>
                      <a:endParaRPr b="0" lang="en-US" sz="1800" spc="-1" strike="noStrike">
                        <a:solidFill>
                          <a:srgbClr val="000000"/>
                        </a:solidFill>
                        <a:latin typeface="Arial"/>
                      </a:endParaRPr>
                    </a:p>
                  </a:txBody>
                  <a:tcPr anchor="t" marL="90000" marR="90000">
                    <a:lnL>
                      <a:noFill/>
                    </a:lnL>
                    <a:lnR>
                      <a:noFill/>
                    </a:lnR>
                    <a:lnT>
                      <a:noFill/>
                    </a:lnT>
                    <a:lnB>
                      <a:noFill/>
                    </a:lnB>
                    <a:solidFill>
                      <a:srgbClr val="729fcf"/>
                    </a:solidFill>
                  </a:tcPr>
                </a:tc>
              </a:tr>
            </a:tbl>
          </a:graphicData>
        </a:graphic>
      </p:graphicFrame>
      <p:sp>
        <p:nvSpPr>
          <p:cNvPr id="29" name="PlaceHolder 1"/>
          <p:cNvSpPr>
            <a:spLocks noGrp="1"/>
          </p:cNvSpPr>
          <p:nvPr>
            <p:ph type="body"/>
          </p:nvPr>
        </p:nvSpPr>
        <p:spPr>
          <a:xfrm>
            <a:off x="606240" y="3242160"/>
            <a:ext cx="67042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30" name="PlaceHolder 2"/>
          <p:cNvSpPr>
            <a:spLocks noGrp="1"/>
          </p:cNvSpPr>
          <p:nvPr>
            <p:ph type="body"/>
          </p:nvPr>
        </p:nvSpPr>
        <p:spPr>
          <a:xfrm>
            <a:off x="608760" y="-1819080"/>
            <a:ext cx="669888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INTRODUCTION or ABSTRACT</a:t>
            </a:r>
            <a:endParaRPr b="0" lang="en-US" sz="2240" spc="-1" strike="noStrike">
              <a:solidFill>
                <a:schemeClr val="dk1"/>
              </a:solidFill>
              <a:latin typeface="Calibri"/>
            </a:endParaRPr>
          </a:p>
        </p:txBody>
      </p:sp>
      <p:sp>
        <p:nvSpPr>
          <p:cNvPr id="31" name="PlaceHolder 3"/>
          <p:cNvSpPr>
            <a:spLocks noGrp="1"/>
          </p:cNvSpPr>
          <p:nvPr>
            <p:ph type="body"/>
          </p:nvPr>
        </p:nvSpPr>
        <p:spPr>
          <a:xfrm>
            <a:off x="605520" y="7540920"/>
            <a:ext cx="670536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32" name="PlaceHolder 4"/>
          <p:cNvSpPr>
            <a:spLocks noGrp="1"/>
          </p:cNvSpPr>
          <p:nvPr>
            <p:ph type="body"/>
          </p:nvPr>
        </p:nvSpPr>
        <p:spPr>
          <a:xfrm>
            <a:off x="608400" y="2475360"/>
            <a:ext cx="669996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OBJECTIVES</a:t>
            </a:r>
            <a:endParaRPr b="0" lang="en-US" sz="2240" spc="-1" strike="noStrike">
              <a:solidFill>
                <a:schemeClr val="dk1"/>
              </a:solidFill>
              <a:latin typeface="Calibri"/>
            </a:endParaRPr>
          </a:p>
        </p:txBody>
      </p:sp>
      <p:sp>
        <p:nvSpPr>
          <p:cNvPr id="33" name="PlaceHolder 5"/>
          <p:cNvSpPr>
            <a:spLocks noGrp="1"/>
          </p:cNvSpPr>
          <p:nvPr>
            <p:ph type="body"/>
          </p:nvPr>
        </p:nvSpPr>
        <p:spPr>
          <a:xfrm>
            <a:off x="7724880" y="3258360"/>
            <a:ext cx="138128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34" name="PlaceHolder 6"/>
          <p:cNvSpPr>
            <a:spLocks noGrp="1"/>
          </p:cNvSpPr>
          <p:nvPr>
            <p:ph type="body"/>
          </p:nvPr>
        </p:nvSpPr>
        <p:spPr>
          <a:xfrm>
            <a:off x="7724880" y="-1819080"/>
            <a:ext cx="1381284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(header)  MATERIALS &amp; METHODS</a:t>
            </a:r>
            <a:endParaRPr b="0" lang="en-US" sz="2240" spc="-1" strike="noStrike">
              <a:solidFill>
                <a:schemeClr val="dk1"/>
              </a:solidFill>
              <a:latin typeface="Calibri"/>
            </a:endParaRPr>
          </a:p>
        </p:txBody>
      </p:sp>
      <p:sp>
        <p:nvSpPr>
          <p:cNvPr id="35" name="PlaceHolder 7"/>
          <p:cNvSpPr>
            <a:spLocks noGrp="1"/>
          </p:cNvSpPr>
          <p:nvPr>
            <p:ph type="body"/>
          </p:nvPr>
        </p:nvSpPr>
        <p:spPr>
          <a:xfrm>
            <a:off x="7724880" y="10987920"/>
            <a:ext cx="138128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36" name="PlaceHolder 8"/>
          <p:cNvSpPr>
            <a:spLocks noGrp="1"/>
          </p:cNvSpPr>
          <p:nvPr>
            <p:ph type="body"/>
          </p:nvPr>
        </p:nvSpPr>
        <p:spPr>
          <a:xfrm>
            <a:off x="7724880" y="5906520"/>
            <a:ext cx="1381284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RESULTS</a:t>
            </a:r>
            <a:endParaRPr b="0" lang="en-US" sz="2240" spc="-1" strike="noStrike">
              <a:solidFill>
                <a:schemeClr val="dk1"/>
              </a:solidFill>
              <a:latin typeface="Calibri"/>
            </a:endParaRPr>
          </a:p>
        </p:txBody>
      </p:sp>
      <p:sp>
        <p:nvSpPr>
          <p:cNvPr id="37" name="PlaceHolder 9"/>
          <p:cNvSpPr>
            <a:spLocks noGrp="1"/>
          </p:cNvSpPr>
          <p:nvPr>
            <p:ph type="body"/>
          </p:nvPr>
        </p:nvSpPr>
        <p:spPr>
          <a:xfrm>
            <a:off x="21974040" y="-181908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CONCLUSIONS</a:t>
            </a:r>
            <a:endParaRPr b="0" lang="en-US" sz="2240" spc="-1" strike="noStrike">
              <a:solidFill>
                <a:schemeClr val="dk1"/>
              </a:solidFill>
              <a:latin typeface="Calibri"/>
            </a:endParaRPr>
          </a:p>
        </p:txBody>
      </p:sp>
      <p:sp>
        <p:nvSpPr>
          <p:cNvPr id="38" name="PlaceHolder 10"/>
          <p:cNvSpPr>
            <a:spLocks noGrp="1"/>
          </p:cNvSpPr>
          <p:nvPr>
            <p:ph type="body"/>
          </p:nvPr>
        </p:nvSpPr>
        <p:spPr>
          <a:xfrm>
            <a:off x="21974040" y="3262320"/>
            <a:ext cx="669780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39" name="PlaceHolder 11"/>
          <p:cNvSpPr>
            <a:spLocks noGrp="1"/>
          </p:cNvSpPr>
          <p:nvPr>
            <p:ph type="body"/>
          </p:nvPr>
        </p:nvSpPr>
        <p:spPr>
          <a:xfrm>
            <a:off x="21974040" y="250560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REFERENCES</a:t>
            </a:r>
            <a:endParaRPr b="0" lang="en-US" sz="2240" spc="-1" strike="noStrike">
              <a:solidFill>
                <a:schemeClr val="dk1"/>
              </a:solidFill>
              <a:latin typeface="Calibri"/>
            </a:endParaRPr>
          </a:p>
        </p:txBody>
      </p:sp>
      <p:sp>
        <p:nvSpPr>
          <p:cNvPr id="40" name="PlaceHolder 12"/>
          <p:cNvSpPr>
            <a:spLocks noGrp="1"/>
          </p:cNvSpPr>
          <p:nvPr>
            <p:ph type="body"/>
          </p:nvPr>
        </p:nvSpPr>
        <p:spPr>
          <a:xfrm>
            <a:off x="21972240" y="758700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41" name="PlaceHolder 13"/>
          <p:cNvSpPr>
            <a:spLocks noGrp="1"/>
          </p:cNvSpPr>
          <p:nvPr>
            <p:ph type="body"/>
          </p:nvPr>
        </p:nvSpPr>
        <p:spPr>
          <a:xfrm>
            <a:off x="21974040" y="820908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ACKNOWLEDGEMENTS  or  CONTACT</a:t>
            </a:r>
            <a:endParaRPr b="0" lang="en-US" sz="2240" spc="-1" strike="noStrike">
              <a:solidFill>
                <a:schemeClr val="dk1"/>
              </a:solidFill>
              <a:latin typeface="Calibri"/>
            </a:endParaRPr>
          </a:p>
        </p:txBody>
      </p:sp>
      <p:sp>
        <p:nvSpPr>
          <p:cNvPr id="42" name="PlaceHolder 14"/>
          <p:cNvSpPr>
            <a:spLocks noGrp="1"/>
          </p:cNvSpPr>
          <p:nvPr>
            <p:ph type="body"/>
          </p:nvPr>
        </p:nvSpPr>
        <p:spPr>
          <a:xfrm>
            <a:off x="21972240" y="1329048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43" name="PlaceHolder 15"/>
          <p:cNvSpPr>
            <a:spLocks noGrp="1"/>
          </p:cNvSpPr>
          <p:nvPr>
            <p:ph type="body"/>
          </p:nvPr>
        </p:nvSpPr>
        <p:spPr>
          <a:xfrm>
            <a:off x="3906360" y="1137960"/>
            <a:ext cx="21447360" cy="597960"/>
          </a:xfrm>
          <a:prstGeom prst="rect">
            <a:avLst/>
          </a:prstGeom>
          <a:noFill/>
          <a:ln w="0">
            <a:noFill/>
          </a:ln>
        </p:spPr>
        <p:txBody>
          <a:bodyPr lIns="90000" rIns="90000" tIns="45000" bIns="45000" anchor="t">
            <a:normAutofit/>
          </a:bodyPr>
          <a:p>
            <a:pPr indent="0" algn="ctr" defTabSz="2675160">
              <a:lnSpc>
                <a:spcPct val="100000"/>
              </a:lnSpc>
              <a:spcBef>
                <a:spcPts val="683"/>
              </a:spcBef>
              <a:buNone/>
              <a:tabLst>
                <a:tab algn="l" pos="0"/>
              </a:tabLst>
            </a:pPr>
            <a:r>
              <a:rPr b="0" lang="en-US" sz="3420" spc="-1" strike="noStrike">
                <a:solidFill>
                  <a:schemeClr val="lt1"/>
                </a:solidFill>
                <a:latin typeface="Calibri"/>
              </a:rPr>
              <a:t>Click here to add authors</a:t>
            </a:r>
            <a:endParaRPr b="0" lang="en-US" sz="3420" spc="-1" strike="noStrike">
              <a:solidFill>
                <a:schemeClr val="dk1"/>
              </a:solidFill>
              <a:latin typeface="Calibri"/>
            </a:endParaRPr>
          </a:p>
        </p:txBody>
      </p:sp>
      <p:sp>
        <p:nvSpPr>
          <p:cNvPr id="44" name="PlaceHolder 16"/>
          <p:cNvSpPr>
            <a:spLocks noGrp="1"/>
          </p:cNvSpPr>
          <p:nvPr>
            <p:ph type="body"/>
          </p:nvPr>
        </p:nvSpPr>
        <p:spPr>
          <a:xfrm>
            <a:off x="3906360" y="1735920"/>
            <a:ext cx="21447360" cy="634320"/>
          </a:xfrm>
          <a:prstGeom prst="rect">
            <a:avLst/>
          </a:prstGeom>
          <a:noFill/>
          <a:ln w="0">
            <a:noFill/>
          </a:ln>
        </p:spPr>
        <p:txBody>
          <a:bodyPr lIns="90000" rIns="90000" tIns="45000" bIns="45000" anchor="t">
            <a:normAutofit/>
          </a:bodyPr>
          <a:p>
            <a:pPr indent="0" algn="ctr" defTabSz="2675160">
              <a:lnSpc>
                <a:spcPct val="100000"/>
              </a:lnSpc>
              <a:spcBef>
                <a:spcPts val="513"/>
              </a:spcBef>
              <a:buNone/>
              <a:tabLst>
                <a:tab algn="l" pos="0"/>
              </a:tabLst>
            </a:pPr>
            <a:r>
              <a:rPr b="0" lang="en-US" sz="2560" spc="-1" strike="noStrike">
                <a:solidFill>
                  <a:schemeClr val="lt1"/>
                </a:solidFill>
                <a:latin typeface="Calibri"/>
              </a:rPr>
              <a:t>Click here to add affiliations</a:t>
            </a:r>
            <a:endParaRPr b="0" lang="en-US" sz="2560" spc="-1" strike="noStrike">
              <a:solidFill>
                <a:schemeClr val="dk1"/>
              </a:solidFill>
              <a:latin typeface="Calibri"/>
            </a:endParaRPr>
          </a:p>
        </p:txBody>
      </p:sp>
      <p:sp>
        <p:nvSpPr>
          <p:cNvPr id="45" name="PlaceHolder 17"/>
          <p:cNvSpPr>
            <a:spLocks noGrp="1"/>
          </p:cNvSpPr>
          <p:nvPr>
            <p:ph type="body"/>
          </p:nvPr>
        </p:nvSpPr>
        <p:spPr>
          <a:xfrm>
            <a:off x="3906360" y="291960"/>
            <a:ext cx="21447360" cy="834120"/>
          </a:xfrm>
          <a:prstGeom prst="rect">
            <a:avLst/>
          </a:prstGeom>
          <a:noFill/>
          <a:ln w="0">
            <a:noFill/>
          </a:ln>
        </p:spPr>
        <p:txBody>
          <a:bodyPr lIns="90000" rIns="90000" tIns="45000" bIns="45000" anchor="t">
            <a:normAutofit/>
          </a:bodyPr>
          <a:p>
            <a:pPr indent="0" algn="ctr" defTabSz="2675160">
              <a:lnSpc>
                <a:spcPct val="100000"/>
              </a:lnSpc>
              <a:spcBef>
                <a:spcPts val="938"/>
              </a:spcBef>
              <a:buNone/>
              <a:tabLst>
                <a:tab algn="l" pos="0"/>
              </a:tabLst>
            </a:pPr>
            <a:r>
              <a:rPr b="1" lang="en-US" sz="4690" spc="-1" strike="noStrike">
                <a:solidFill>
                  <a:schemeClr val="lt1"/>
                </a:solidFill>
                <a:latin typeface="Calibri"/>
              </a:rPr>
              <a:t>Click here to add title</a:t>
            </a:r>
            <a:endParaRPr b="0" lang="en-US" sz="469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11"/>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46" name="Rectangle 36"/>
          <p:cNvSpPr/>
          <p:nvPr/>
        </p:nvSpPr>
        <p:spPr>
          <a:xfrm>
            <a:off x="0" y="15127200"/>
            <a:ext cx="29260440" cy="133164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47" name="Text Box 14"/>
          <p:cNvSpPr/>
          <p:nvPr/>
        </p:nvSpPr>
        <p:spPr>
          <a:xfrm>
            <a:off x="292320" y="16094520"/>
            <a:ext cx="1676160" cy="190800"/>
          </a:xfrm>
          <a:prstGeom prst="rect">
            <a:avLst/>
          </a:prstGeom>
          <a:noFill/>
          <a:ln w="9525">
            <a:noFill/>
          </a:ln>
        </p:spPr>
        <p:style>
          <a:lnRef idx="0"/>
          <a:fillRef idx="0"/>
          <a:effectRef idx="0"/>
          <a:fontRef idx="minor"/>
        </p:style>
        <p:txBody>
          <a:bodyPr lIns="55800" rIns="55800" tIns="27720" bIns="27720" anchor="t">
            <a:spAutoFit/>
          </a:bodyPr>
          <a:p>
            <a:pPr defTabSz="2508120">
              <a:lnSpc>
                <a:spcPct val="65000"/>
              </a:lnSpc>
              <a:spcBef>
                <a:spcPts val="159"/>
              </a:spcBef>
            </a:pPr>
            <a:r>
              <a:rPr b="1" lang="en-US" sz="320" spc="-1" strike="noStrike">
                <a:solidFill>
                  <a:schemeClr val="lt1">
                    <a:lumMod val="75000"/>
                  </a:schemeClr>
                </a:solidFill>
                <a:latin typeface="Arial"/>
              </a:rPr>
              <a:t>RESEARCH POSTER PRESENTATION DESIGN © 2019</a:t>
            </a:r>
            <a:endParaRPr b="0" lang="en-US" sz="320" spc="-1" strike="noStrike">
              <a:solidFill>
                <a:srgbClr val="ffffff"/>
              </a:solidFill>
              <a:latin typeface="Arial"/>
            </a:endParaRPr>
          </a:p>
          <a:p>
            <a:pPr defTabSz="2508120">
              <a:lnSpc>
                <a:spcPct val="65000"/>
              </a:lnSpc>
              <a:spcBef>
                <a:spcPts val="320"/>
              </a:spcBef>
            </a:pPr>
            <a:r>
              <a:rPr b="1" lang="en-US" sz="640" spc="-1" strike="noStrike">
                <a:solidFill>
                  <a:schemeClr val="lt1">
                    <a:lumMod val="75000"/>
                  </a:schemeClr>
                </a:solidFill>
                <a:latin typeface="Arial"/>
              </a:rPr>
              <a:t>www.PosterPresentations.com</a:t>
            </a:r>
            <a:endParaRPr b="0" lang="en-US" sz="640" spc="-1" strike="noStrike">
              <a:solidFill>
                <a:srgbClr val="ffffff"/>
              </a:solidFill>
              <a:latin typeface="Arial"/>
            </a:endParaRPr>
          </a:p>
        </p:txBody>
      </p:sp>
      <p:sp>
        <p:nvSpPr>
          <p:cNvPr id="48" name="Rectangle 36"/>
          <p:cNvSpPr/>
          <p:nvPr/>
        </p:nvSpPr>
        <p:spPr>
          <a:xfrm>
            <a:off x="0" y="-23040"/>
            <a:ext cx="29260440" cy="389916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49" name="Rounded Rectangle 5"/>
          <p:cNvSpPr/>
          <p:nvPr/>
        </p:nvSpPr>
        <p:spPr>
          <a:xfrm>
            <a:off x="292320" y="2484720"/>
            <a:ext cx="28675800" cy="13433760"/>
          </a:xfrm>
          <a:prstGeom prst="roundRect">
            <a:avLst>
              <a:gd name="adj" fmla="val 0"/>
            </a:avLst>
          </a:prstGeom>
          <a:solidFill>
            <a:schemeClr val="bg1"/>
          </a:solidFill>
          <a:ln w="19050">
            <a:solidFill>
              <a:srgbClr val="418ab3">
                <a:lumMod val="50000"/>
              </a:srgbClr>
            </a:solidFill>
            <a:round/>
          </a:ln>
          <a:effectLst>
            <a:outerShdw algn="ctr" blurRad="355680" rotWithShape="0" sx="101000" sy="101000">
              <a:srgbClr val="000000">
                <a:alpha val="17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2508120">
              <a:lnSpc>
                <a:spcPct val="100000"/>
              </a:lnSpc>
            </a:pPr>
            <a:endParaRPr b="0" lang="en-US" sz="14910" spc="-1" strike="noStrike">
              <a:solidFill>
                <a:schemeClr val="lt1"/>
              </a:solidFill>
              <a:latin typeface="Calibri"/>
            </a:endParaRPr>
          </a:p>
        </p:txBody>
      </p:sp>
      <p:sp>
        <p:nvSpPr>
          <p:cNvPr id="50" name="PlaceHolder 1"/>
          <p:cNvSpPr>
            <a:spLocks noGrp="1"/>
          </p:cNvSpPr>
          <p:nvPr>
            <p:ph type="body"/>
          </p:nvPr>
        </p:nvSpPr>
        <p:spPr>
          <a:xfrm>
            <a:off x="602640" y="3222360"/>
            <a:ext cx="67042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51" name="PlaceHolder 2"/>
          <p:cNvSpPr>
            <a:spLocks noGrp="1"/>
          </p:cNvSpPr>
          <p:nvPr>
            <p:ph type="body"/>
          </p:nvPr>
        </p:nvSpPr>
        <p:spPr>
          <a:xfrm>
            <a:off x="614880" y="-1802520"/>
            <a:ext cx="669888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INTRODUCTION or ABSTRACT</a:t>
            </a:r>
            <a:endParaRPr b="0" lang="en-US" sz="2240" spc="-1" strike="noStrike">
              <a:solidFill>
                <a:schemeClr val="dk1"/>
              </a:solidFill>
              <a:latin typeface="Calibri"/>
            </a:endParaRPr>
          </a:p>
        </p:txBody>
      </p:sp>
      <p:sp>
        <p:nvSpPr>
          <p:cNvPr id="52" name="PlaceHolder 3"/>
          <p:cNvSpPr>
            <a:spLocks noGrp="1"/>
          </p:cNvSpPr>
          <p:nvPr>
            <p:ph type="body"/>
          </p:nvPr>
        </p:nvSpPr>
        <p:spPr>
          <a:xfrm>
            <a:off x="614880" y="2657880"/>
            <a:ext cx="669996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OBJECTIVES</a:t>
            </a:r>
            <a:endParaRPr b="0" lang="en-US" sz="2240" spc="-1" strike="noStrike">
              <a:solidFill>
                <a:schemeClr val="dk1"/>
              </a:solidFill>
              <a:latin typeface="Calibri"/>
            </a:endParaRPr>
          </a:p>
        </p:txBody>
      </p:sp>
      <p:sp>
        <p:nvSpPr>
          <p:cNvPr id="53" name="PlaceHolder 4"/>
          <p:cNvSpPr>
            <a:spLocks noGrp="1"/>
          </p:cNvSpPr>
          <p:nvPr>
            <p:ph type="body"/>
          </p:nvPr>
        </p:nvSpPr>
        <p:spPr>
          <a:xfrm>
            <a:off x="7724880" y="3222360"/>
            <a:ext cx="66988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54" name="PlaceHolder 5"/>
          <p:cNvSpPr>
            <a:spLocks noGrp="1"/>
          </p:cNvSpPr>
          <p:nvPr>
            <p:ph type="body"/>
          </p:nvPr>
        </p:nvSpPr>
        <p:spPr>
          <a:xfrm>
            <a:off x="7724880" y="-1802520"/>
            <a:ext cx="669888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MATERIALS &amp; METHODS</a:t>
            </a:r>
            <a:endParaRPr b="0" lang="en-US" sz="2240" spc="-1" strike="noStrike">
              <a:solidFill>
                <a:schemeClr val="dk1"/>
              </a:solidFill>
              <a:latin typeface="Calibri"/>
            </a:endParaRPr>
          </a:p>
        </p:txBody>
      </p:sp>
      <p:sp>
        <p:nvSpPr>
          <p:cNvPr id="55" name="PlaceHolder 6"/>
          <p:cNvSpPr>
            <a:spLocks noGrp="1"/>
          </p:cNvSpPr>
          <p:nvPr>
            <p:ph type="body"/>
          </p:nvPr>
        </p:nvSpPr>
        <p:spPr>
          <a:xfrm>
            <a:off x="14838840" y="3222360"/>
            <a:ext cx="66988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56" name="PlaceHolder 7"/>
          <p:cNvSpPr>
            <a:spLocks noGrp="1"/>
          </p:cNvSpPr>
          <p:nvPr>
            <p:ph type="body"/>
          </p:nvPr>
        </p:nvSpPr>
        <p:spPr>
          <a:xfrm>
            <a:off x="14833440" y="-1802520"/>
            <a:ext cx="670536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RESULTS</a:t>
            </a:r>
            <a:endParaRPr b="0" lang="en-US" sz="2240" spc="-1" strike="noStrike">
              <a:solidFill>
                <a:schemeClr val="dk1"/>
              </a:solidFill>
              <a:latin typeface="Calibri"/>
            </a:endParaRPr>
          </a:p>
        </p:txBody>
      </p:sp>
      <p:sp>
        <p:nvSpPr>
          <p:cNvPr id="57" name="PlaceHolder 8"/>
          <p:cNvSpPr>
            <a:spLocks noGrp="1"/>
          </p:cNvSpPr>
          <p:nvPr>
            <p:ph type="body"/>
          </p:nvPr>
        </p:nvSpPr>
        <p:spPr>
          <a:xfrm>
            <a:off x="21947760" y="-180252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CONCLUSIONS</a:t>
            </a:r>
            <a:endParaRPr b="0" lang="en-US" sz="2240" spc="-1" strike="noStrike">
              <a:solidFill>
                <a:schemeClr val="dk1"/>
              </a:solidFill>
              <a:latin typeface="Calibri"/>
            </a:endParaRPr>
          </a:p>
        </p:txBody>
      </p:sp>
      <p:sp>
        <p:nvSpPr>
          <p:cNvPr id="58" name="PlaceHolder 9"/>
          <p:cNvSpPr>
            <a:spLocks noGrp="1"/>
          </p:cNvSpPr>
          <p:nvPr>
            <p:ph type="body"/>
          </p:nvPr>
        </p:nvSpPr>
        <p:spPr>
          <a:xfrm>
            <a:off x="21947760" y="3222360"/>
            <a:ext cx="669780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59" name="PlaceHolder 10"/>
          <p:cNvSpPr>
            <a:spLocks noGrp="1"/>
          </p:cNvSpPr>
          <p:nvPr>
            <p:ph type="body"/>
          </p:nvPr>
        </p:nvSpPr>
        <p:spPr>
          <a:xfrm>
            <a:off x="21947760" y="268812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REFERENCES</a:t>
            </a:r>
            <a:endParaRPr b="0" lang="en-US" sz="2240" spc="-1" strike="noStrike">
              <a:solidFill>
                <a:schemeClr val="dk1"/>
              </a:solidFill>
              <a:latin typeface="Calibri"/>
            </a:endParaRPr>
          </a:p>
        </p:txBody>
      </p:sp>
      <p:sp>
        <p:nvSpPr>
          <p:cNvPr id="60" name="PlaceHolder 11"/>
          <p:cNvSpPr>
            <a:spLocks noGrp="1"/>
          </p:cNvSpPr>
          <p:nvPr>
            <p:ph type="body"/>
          </p:nvPr>
        </p:nvSpPr>
        <p:spPr>
          <a:xfrm>
            <a:off x="21945960" y="774972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61" name="PlaceHolder 12"/>
          <p:cNvSpPr>
            <a:spLocks noGrp="1"/>
          </p:cNvSpPr>
          <p:nvPr>
            <p:ph type="body"/>
          </p:nvPr>
        </p:nvSpPr>
        <p:spPr>
          <a:xfrm>
            <a:off x="21947760" y="839124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edit)  ACKNOWLEDGEMENTS  or  CONTACT</a:t>
            </a:r>
            <a:endParaRPr b="0" lang="en-US" sz="2240" spc="-1" strike="noStrike">
              <a:solidFill>
                <a:schemeClr val="dk1"/>
              </a:solidFill>
              <a:latin typeface="Calibri"/>
            </a:endParaRPr>
          </a:p>
        </p:txBody>
      </p:sp>
      <p:sp>
        <p:nvSpPr>
          <p:cNvPr id="62" name="PlaceHolder 13"/>
          <p:cNvSpPr>
            <a:spLocks noGrp="1"/>
          </p:cNvSpPr>
          <p:nvPr>
            <p:ph type="body"/>
          </p:nvPr>
        </p:nvSpPr>
        <p:spPr>
          <a:xfrm>
            <a:off x="21945960" y="1343268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63" name="PlaceHolder 14"/>
          <p:cNvSpPr>
            <a:spLocks noGrp="1"/>
          </p:cNvSpPr>
          <p:nvPr>
            <p:ph type="body"/>
          </p:nvPr>
        </p:nvSpPr>
        <p:spPr>
          <a:xfrm>
            <a:off x="602640" y="7699320"/>
            <a:ext cx="67042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Type in or paste your text here</a:t>
            </a:r>
            <a:endParaRPr b="0" lang="en-US" sz="1490" spc="-1" strike="noStrike">
              <a:solidFill>
                <a:schemeClr val="dk1"/>
              </a:solidFill>
              <a:latin typeface="Calibri"/>
            </a:endParaRPr>
          </a:p>
        </p:txBody>
      </p:sp>
      <p:sp>
        <p:nvSpPr>
          <p:cNvPr id="64" name="PlaceHolder 15"/>
          <p:cNvSpPr>
            <a:spLocks noGrp="1"/>
          </p:cNvSpPr>
          <p:nvPr>
            <p:ph type="body"/>
          </p:nvPr>
        </p:nvSpPr>
        <p:spPr>
          <a:xfrm>
            <a:off x="3906360" y="1078200"/>
            <a:ext cx="21447360" cy="597960"/>
          </a:xfrm>
          <a:prstGeom prst="rect">
            <a:avLst/>
          </a:prstGeom>
          <a:noFill/>
          <a:ln w="0">
            <a:noFill/>
          </a:ln>
        </p:spPr>
        <p:txBody>
          <a:bodyPr lIns="90000" rIns="90000" tIns="45000" bIns="45000" anchor="t">
            <a:normAutofit/>
          </a:bodyPr>
          <a:p>
            <a:pPr indent="0" algn="ctr" defTabSz="2675160">
              <a:lnSpc>
                <a:spcPct val="100000"/>
              </a:lnSpc>
              <a:spcBef>
                <a:spcPts val="683"/>
              </a:spcBef>
              <a:buNone/>
              <a:tabLst>
                <a:tab algn="l" pos="0"/>
              </a:tabLst>
            </a:pPr>
            <a:r>
              <a:rPr b="0" lang="en-US" sz="3420" spc="-1" strike="noStrike">
                <a:solidFill>
                  <a:schemeClr val="lt1"/>
                </a:solidFill>
                <a:latin typeface="Calibri"/>
              </a:rPr>
              <a:t>Click here to add authors</a:t>
            </a:r>
            <a:endParaRPr b="0" lang="en-US" sz="3420" spc="-1" strike="noStrike">
              <a:solidFill>
                <a:schemeClr val="dk1"/>
              </a:solidFill>
              <a:latin typeface="Calibri"/>
            </a:endParaRPr>
          </a:p>
        </p:txBody>
      </p:sp>
      <p:sp>
        <p:nvSpPr>
          <p:cNvPr id="65" name="PlaceHolder 16"/>
          <p:cNvSpPr>
            <a:spLocks noGrp="1"/>
          </p:cNvSpPr>
          <p:nvPr>
            <p:ph type="body"/>
          </p:nvPr>
        </p:nvSpPr>
        <p:spPr>
          <a:xfrm>
            <a:off x="3906360" y="1676520"/>
            <a:ext cx="21447360" cy="634320"/>
          </a:xfrm>
          <a:prstGeom prst="rect">
            <a:avLst/>
          </a:prstGeom>
          <a:noFill/>
          <a:ln w="0">
            <a:noFill/>
          </a:ln>
        </p:spPr>
        <p:txBody>
          <a:bodyPr lIns="90000" rIns="90000" tIns="45000" bIns="45000" anchor="t">
            <a:normAutofit/>
          </a:bodyPr>
          <a:p>
            <a:pPr indent="0" algn="ctr" defTabSz="2675160">
              <a:lnSpc>
                <a:spcPct val="100000"/>
              </a:lnSpc>
              <a:spcBef>
                <a:spcPts val="513"/>
              </a:spcBef>
              <a:buNone/>
              <a:tabLst>
                <a:tab algn="l" pos="0"/>
              </a:tabLst>
            </a:pPr>
            <a:r>
              <a:rPr b="0" lang="en-US" sz="2560" spc="-1" strike="noStrike">
                <a:solidFill>
                  <a:schemeClr val="lt1"/>
                </a:solidFill>
                <a:latin typeface="Calibri"/>
              </a:rPr>
              <a:t>Click here to add affiliations</a:t>
            </a:r>
            <a:endParaRPr b="0" lang="en-US" sz="2560" spc="-1" strike="noStrike">
              <a:solidFill>
                <a:schemeClr val="dk1"/>
              </a:solidFill>
              <a:latin typeface="Calibri"/>
            </a:endParaRPr>
          </a:p>
        </p:txBody>
      </p:sp>
      <p:sp>
        <p:nvSpPr>
          <p:cNvPr id="66" name="PlaceHolder 17"/>
          <p:cNvSpPr>
            <a:spLocks noGrp="1"/>
          </p:cNvSpPr>
          <p:nvPr>
            <p:ph type="body"/>
          </p:nvPr>
        </p:nvSpPr>
        <p:spPr>
          <a:xfrm>
            <a:off x="3906360" y="232560"/>
            <a:ext cx="21447360" cy="834120"/>
          </a:xfrm>
          <a:prstGeom prst="rect">
            <a:avLst/>
          </a:prstGeom>
          <a:noFill/>
          <a:ln w="0">
            <a:noFill/>
          </a:ln>
        </p:spPr>
        <p:txBody>
          <a:bodyPr lIns="90000" rIns="90000" tIns="45000" bIns="45000" anchor="t">
            <a:normAutofit/>
          </a:bodyPr>
          <a:p>
            <a:pPr indent="0" algn="ctr" defTabSz="2675160">
              <a:lnSpc>
                <a:spcPct val="100000"/>
              </a:lnSpc>
              <a:spcBef>
                <a:spcPts val="938"/>
              </a:spcBef>
              <a:buNone/>
              <a:tabLst>
                <a:tab algn="l" pos="0"/>
              </a:tabLst>
            </a:pPr>
            <a:r>
              <a:rPr b="1" lang="en-US" sz="4690" spc="-1" strike="noStrike">
                <a:solidFill>
                  <a:schemeClr val="lt1"/>
                </a:solidFill>
                <a:latin typeface="Calibri"/>
              </a:rPr>
              <a:t>Click here to add title</a:t>
            </a:r>
            <a:endParaRPr b="0" lang="en-US" sz="469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6"/>
        </a:solidFill>
      </p:bgPr>
    </p:bg>
    <p:spTree>
      <p:nvGrpSpPr>
        <p:cNvPr id="1" name=""/>
        <p:cNvGrpSpPr/>
        <p:nvPr/>
      </p:nvGrpSpPr>
      <p:grpSpPr>
        <a:xfrm>
          <a:off x="0" y="0"/>
          <a:ext cx="0" cy="0"/>
          <a:chOff x="0" y="0"/>
          <a:chExt cx="0" cy="0"/>
        </a:xfrm>
      </p:grpSpPr>
      <p:sp>
        <p:nvSpPr>
          <p:cNvPr id="67" name="Rectangle 36"/>
          <p:cNvSpPr/>
          <p:nvPr/>
        </p:nvSpPr>
        <p:spPr>
          <a:xfrm>
            <a:off x="0" y="15127200"/>
            <a:ext cx="29260440" cy="133164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68" name="Text Box 14"/>
          <p:cNvSpPr/>
          <p:nvPr/>
        </p:nvSpPr>
        <p:spPr>
          <a:xfrm>
            <a:off x="292320" y="16094520"/>
            <a:ext cx="1676160" cy="190800"/>
          </a:xfrm>
          <a:prstGeom prst="rect">
            <a:avLst/>
          </a:prstGeom>
          <a:noFill/>
          <a:ln w="9525">
            <a:noFill/>
          </a:ln>
        </p:spPr>
        <p:style>
          <a:lnRef idx="0"/>
          <a:fillRef idx="0"/>
          <a:effectRef idx="0"/>
          <a:fontRef idx="minor"/>
        </p:style>
        <p:txBody>
          <a:bodyPr lIns="55800" rIns="55800" tIns="27720" bIns="27720" anchor="t">
            <a:spAutoFit/>
          </a:bodyPr>
          <a:p>
            <a:pPr defTabSz="2508120">
              <a:lnSpc>
                <a:spcPct val="65000"/>
              </a:lnSpc>
              <a:spcBef>
                <a:spcPts val="159"/>
              </a:spcBef>
            </a:pPr>
            <a:r>
              <a:rPr b="1" lang="en-US" sz="320" spc="-1" strike="noStrike">
                <a:solidFill>
                  <a:schemeClr val="lt1">
                    <a:lumMod val="75000"/>
                  </a:schemeClr>
                </a:solidFill>
                <a:latin typeface="Arial"/>
              </a:rPr>
              <a:t>RESEARCH POSTER PRESENTATION DESIGN © 2019</a:t>
            </a:r>
            <a:endParaRPr b="0" lang="en-US" sz="320" spc="-1" strike="noStrike">
              <a:solidFill>
                <a:srgbClr val="ffffff"/>
              </a:solidFill>
              <a:latin typeface="Arial"/>
            </a:endParaRPr>
          </a:p>
          <a:p>
            <a:pPr defTabSz="2508120">
              <a:lnSpc>
                <a:spcPct val="65000"/>
              </a:lnSpc>
              <a:spcBef>
                <a:spcPts val="320"/>
              </a:spcBef>
            </a:pPr>
            <a:r>
              <a:rPr b="1" lang="en-US" sz="640" spc="-1" strike="noStrike">
                <a:solidFill>
                  <a:schemeClr val="lt1">
                    <a:lumMod val="75000"/>
                  </a:schemeClr>
                </a:solidFill>
                <a:latin typeface="Arial"/>
              </a:rPr>
              <a:t>www.PosterPresentations.com</a:t>
            </a:r>
            <a:endParaRPr b="0" lang="en-US" sz="640" spc="-1" strike="noStrike">
              <a:solidFill>
                <a:srgbClr val="ffffff"/>
              </a:solidFill>
              <a:latin typeface="Arial"/>
            </a:endParaRPr>
          </a:p>
        </p:txBody>
      </p:sp>
      <p:sp>
        <p:nvSpPr>
          <p:cNvPr id="69" name="Rectangle 36"/>
          <p:cNvSpPr/>
          <p:nvPr/>
        </p:nvSpPr>
        <p:spPr>
          <a:xfrm>
            <a:off x="0" y="-23040"/>
            <a:ext cx="29260440" cy="3899160"/>
          </a:xfrm>
          <a:prstGeom prst="rect">
            <a:avLst/>
          </a:prstGeom>
          <a:solidFill>
            <a:schemeClr val="accent1">
              <a:lumMod val="50000"/>
            </a:schemeClr>
          </a:solidFill>
          <a:ln w="9525">
            <a:noFill/>
          </a:ln>
        </p:spPr>
        <p:style>
          <a:lnRef idx="0"/>
          <a:fillRef idx="0"/>
          <a:effectRef idx="0"/>
          <a:fontRef idx="minor"/>
        </p:style>
        <p:txBody>
          <a:bodyPr wrap="none" lIns="277560" rIns="277560" tIns="138600" bIns="138600" anchor="ctr">
            <a:noAutofit/>
          </a:bodyPr>
          <a:p>
            <a:pPr defTabSz="2508120">
              <a:lnSpc>
                <a:spcPct val="100000"/>
              </a:lnSpc>
            </a:pPr>
            <a:endParaRPr b="0" lang="en-US" sz="14910" spc="-1" strike="noStrike">
              <a:solidFill>
                <a:schemeClr val="dk1"/>
              </a:solidFill>
              <a:latin typeface="Calibri"/>
            </a:endParaRPr>
          </a:p>
        </p:txBody>
      </p:sp>
      <p:sp>
        <p:nvSpPr>
          <p:cNvPr id="70" name="Rounded Rectangle 5"/>
          <p:cNvSpPr/>
          <p:nvPr/>
        </p:nvSpPr>
        <p:spPr>
          <a:xfrm>
            <a:off x="292320" y="2484720"/>
            <a:ext cx="28675800" cy="13433760"/>
          </a:xfrm>
          <a:prstGeom prst="roundRect">
            <a:avLst>
              <a:gd name="adj" fmla="val 0"/>
            </a:avLst>
          </a:prstGeom>
          <a:solidFill>
            <a:schemeClr val="bg1"/>
          </a:solidFill>
          <a:ln w="19050">
            <a:solidFill>
              <a:srgbClr val="418ab3">
                <a:lumMod val="50000"/>
              </a:srgbClr>
            </a:solidFill>
            <a:round/>
          </a:ln>
          <a:effectLst>
            <a:outerShdw algn="ctr" blurRad="355680" rotWithShape="0" sx="101000" sy="101000">
              <a:srgbClr val="000000">
                <a:alpha val="17000"/>
              </a:srgb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2508120">
              <a:lnSpc>
                <a:spcPct val="100000"/>
              </a:lnSpc>
            </a:pPr>
            <a:endParaRPr b="0" lang="en-US" sz="14910" spc="-1" strike="noStrike">
              <a:solidFill>
                <a:schemeClr val="lt1"/>
              </a:solidFill>
              <a:latin typeface="Calibri"/>
            </a:endParaRPr>
          </a:p>
        </p:txBody>
      </p:sp>
      <p:sp>
        <p:nvSpPr>
          <p:cNvPr id="71" name="PlaceHolder 1"/>
          <p:cNvSpPr>
            <a:spLocks noGrp="1"/>
          </p:cNvSpPr>
          <p:nvPr>
            <p:ph type="body"/>
          </p:nvPr>
        </p:nvSpPr>
        <p:spPr>
          <a:xfrm>
            <a:off x="606240" y="3301560"/>
            <a:ext cx="670428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72" name="PlaceHolder 2"/>
          <p:cNvSpPr>
            <a:spLocks noGrp="1"/>
          </p:cNvSpPr>
          <p:nvPr>
            <p:ph type="body"/>
          </p:nvPr>
        </p:nvSpPr>
        <p:spPr>
          <a:xfrm>
            <a:off x="608760" y="-1739520"/>
            <a:ext cx="669888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INTRODUCTION or ABSTRACT</a:t>
            </a:r>
            <a:endParaRPr b="0" lang="en-US" sz="2240" spc="-1" strike="noStrike">
              <a:solidFill>
                <a:schemeClr val="dk1"/>
              </a:solidFill>
              <a:latin typeface="Calibri"/>
            </a:endParaRPr>
          </a:p>
        </p:txBody>
      </p:sp>
      <p:sp>
        <p:nvSpPr>
          <p:cNvPr id="73" name="PlaceHolder 3"/>
          <p:cNvSpPr>
            <a:spLocks noGrp="1"/>
          </p:cNvSpPr>
          <p:nvPr>
            <p:ph type="body"/>
          </p:nvPr>
        </p:nvSpPr>
        <p:spPr>
          <a:xfrm>
            <a:off x="605520" y="7540920"/>
            <a:ext cx="670536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74" name="PlaceHolder 4"/>
          <p:cNvSpPr>
            <a:spLocks noGrp="1"/>
          </p:cNvSpPr>
          <p:nvPr>
            <p:ph type="body"/>
          </p:nvPr>
        </p:nvSpPr>
        <p:spPr>
          <a:xfrm>
            <a:off x="608400" y="2495520"/>
            <a:ext cx="669996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OBJECTIVES</a:t>
            </a:r>
            <a:endParaRPr b="0" lang="en-US" sz="2240" spc="-1" strike="noStrike">
              <a:solidFill>
                <a:schemeClr val="dk1"/>
              </a:solidFill>
              <a:latin typeface="Calibri"/>
            </a:endParaRPr>
          </a:p>
        </p:txBody>
      </p:sp>
      <p:sp>
        <p:nvSpPr>
          <p:cNvPr id="75" name="PlaceHolder 5"/>
          <p:cNvSpPr>
            <a:spLocks noGrp="1"/>
          </p:cNvSpPr>
          <p:nvPr>
            <p:ph type="body"/>
          </p:nvPr>
        </p:nvSpPr>
        <p:spPr>
          <a:xfrm>
            <a:off x="7724880" y="3318120"/>
            <a:ext cx="138128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76" name="PlaceHolder 6"/>
          <p:cNvSpPr>
            <a:spLocks noGrp="1"/>
          </p:cNvSpPr>
          <p:nvPr>
            <p:ph type="body"/>
          </p:nvPr>
        </p:nvSpPr>
        <p:spPr>
          <a:xfrm>
            <a:off x="7724880" y="-1739520"/>
            <a:ext cx="1381284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(header)  MATERIALS &amp; METHODS</a:t>
            </a:r>
            <a:endParaRPr b="0" lang="en-US" sz="2240" spc="-1" strike="noStrike">
              <a:solidFill>
                <a:schemeClr val="dk1"/>
              </a:solidFill>
              <a:latin typeface="Calibri"/>
            </a:endParaRPr>
          </a:p>
        </p:txBody>
      </p:sp>
      <p:sp>
        <p:nvSpPr>
          <p:cNvPr id="77" name="PlaceHolder 7"/>
          <p:cNvSpPr>
            <a:spLocks noGrp="1"/>
          </p:cNvSpPr>
          <p:nvPr>
            <p:ph type="body"/>
          </p:nvPr>
        </p:nvSpPr>
        <p:spPr>
          <a:xfrm>
            <a:off x="7724880" y="10987920"/>
            <a:ext cx="138128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78" name="PlaceHolder 8"/>
          <p:cNvSpPr>
            <a:spLocks noGrp="1"/>
          </p:cNvSpPr>
          <p:nvPr>
            <p:ph type="body"/>
          </p:nvPr>
        </p:nvSpPr>
        <p:spPr>
          <a:xfrm>
            <a:off x="7724880" y="5926680"/>
            <a:ext cx="1381284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RESULTS</a:t>
            </a:r>
            <a:endParaRPr b="0" lang="en-US" sz="2240" spc="-1" strike="noStrike">
              <a:solidFill>
                <a:schemeClr val="dk1"/>
              </a:solidFill>
              <a:latin typeface="Calibri"/>
            </a:endParaRPr>
          </a:p>
        </p:txBody>
      </p:sp>
      <p:sp>
        <p:nvSpPr>
          <p:cNvPr id="79" name="PlaceHolder 9"/>
          <p:cNvSpPr>
            <a:spLocks noGrp="1"/>
          </p:cNvSpPr>
          <p:nvPr>
            <p:ph type="body"/>
          </p:nvPr>
        </p:nvSpPr>
        <p:spPr>
          <a:xfrm>
            <a:off x="21974040" y="-173952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CONCLUSIONS</a:t>
            </a:r>
            <a:endParaRPr b="0" lang="en-US" sz="2240" spc="-1" strike="noStrike">
              <a:solidFill>
                <a:schemeClr val="dk1"/>
              </a:solidFill>
              <a:latin typeface="Calibri"/>
            </a:endParaRPr>
          </a:p>
        </p:txBody>
      </p:sp>
      <p:sp>
        <p:nvSpPr>
          <p:cNvPr id="80" name="PlaceHolder 10"/>
          <p:cNvSpPr>
            <a:spLocks noGrp="1"/>
          </p:cNvSpPr>
          <p:nvPr>
            <p:ph type="body"/>
          </p:nvPr>
        </p:nvSpPr>
        <p:spPr>
          <a:xfrm>
            <a:off x="21974040" y="3322080"/>
            <a:ext cx="669780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81" name="PlaceHolder 11"/>
          <p:cNvSpPr>
            <a:spLocks noGrp="1"/>
          </p:cNvSpPr>
          <p:nvPr>
            <p:ph type="body"/>
          </p:nvPr>
        </p:nvSpPr>
        <p:spPr>
          <a:xfrm>
            <a:off x="21974040" y="252540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REFERENCES</a:t>
            </a:r>
            <a:endParaRPr b="0" lang="en-US" sz="2240" spc="-1" strike="noStrike">
              <a:solidFill>
                <a:schemeClr val="dk1"/>
              </a:solidFill>
              <a:latin typeface="Calibri"/>
            </a:endParaRPr>
          </a:p>
        </p:txBody>
      </p:sp>
      <p:sp>
        <p:nvSpPr>
          <p:cNvPr id="82" name="PlaceHolder 12"/>
          <p:cNvSpPr>
            <a:spLocks noGrp="1"/>
          </p:cNvSpPr>
          <p:nvPr>
            <p:ph type="body"/>
          </p:nvPr>
        </p:nvSpPr>
        <p:spPr>
          <a:xfrm>
            <a:off x="21972240" y="758700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83" name="PlaceHolder 13"/>
          <p:cNvSpPr>
            <a:spLocks noGrp="1"/>
          </p:cNvSpPr>
          <p:nvPr>
            <p:ph type="body"/>
          </p:nvPr>
        </p:nvSpPr>
        <p:spPr>
          <a:xfrm>
            <a:off x="21974040" y="8228880"/>
            <a:ext cx="6697800" cy="9650520"/>
          </a:xfrm>
          <a:prstGeom prst="rect">
            <a:avLst/>
          </a:prstGeom>
          <a:no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u="sng">
                <a:solidFill>
                  <a:schemeClr val="accent1">
                    <a:lumMod val="50000"/>
                  </a:schemeClr>
                </a:solidFill>
                <a:uFillTx/>
                <a:latin typeface="Calibri"/>
              </a:rPr>
              <a:t>(click to add)  ACKNOWLEDGEMENTS  or  CONTACT</a:t>
            </a:r>
            <a:endParaRPr b="0" lang="en-US" sz="2240" spc="-1" strike="noStrike">
              <a:solidFill>
                <a:schemeClr val="dk1"/>
              </a:solidFill>
              <a:latin typeface="Calibri"/>
            </a:endParaRPr>
          </a:p>
        </p:txBody>
      </p:sp>
      <p:sp>
        <p:nvSpPr>
          <p:cNvPr id="84" name="PlaceHolder 14"/>
          <p:cNvSpPr>
            <a:spLocks noGrp="1"/>
          </p:cNvSpPr>
          <p:nvPr>
            <p:ph type="body"/>
          </p:nvPr>
        </p:nvSpPr>
        <p:spPr>
          <a:xfrm>
            <a:off x="21972240" y="13290480"/>
            <a:ext cx="6701040" cy="9807480"/>
          </a:xfrm>
          <a:prstGeom prst="rect">
            <a:avLst/>
          </a:prstGeom>
          <a:noFill/>
          <a:ln w="0">
            <a:noFill/>
          </a:ln>
        </p:spPr>
        <p:txBody>
          <a:bodyPr lIns="130680" rIns="130680" tIns="130680" bIns="130680" anchor="t">
            <a:noAutofit/>
          </a:bodyPr>
          <a:p>
            <a:pPr indent="0" defTabSz="2675160">
              <a:lnSpc>
                <a:spcPct val="100000"/>
              </a:lnSpc>
              <a:spcBef>
                <a:spcPts val="298"/>
              </a:spcBef>
              <a:buNone/>
              <a:tabLst>
                <a:tab algn="l" pos="0"/>
              </a:tabLst>
            </a:pPr>
            <a:r>
              <a:rPr b="0" lang="en-US" sz="1490" spc="-1" strike="noStrike">
                <a:solidFill>
                  <a:schemeClr val="dk1"/>
                </a:solidFill>
                <a:latin typeface="Calibri"/>
              </a:rPr>
              <a:t>Enter your text here</a:t>
            </a:r>
            <a:endParaRPr b="0" lang="en-US" sz="1490" spc="-1" strike="noStrike">
              <a:solidFill>
                <a:schemeClr val="dk1"/>
              </a:solidFill>
              <a:latin typeface="Calibri"/>
            </a:endParaRPr>
          </a:p>
        </p:txBody>
      </p:sp>
      <p:sp>
        <p:nvSpPr>
          <p:cNvPr id="85" name="PlaceHolder 15"/>
          <p:cNvSpPr>
            <a:spLocks noGrp="1"/>
          </p:cNvSpPr>
          <p:nvPr>
            <p:ph type="body"/>
          </p:nvPr>
        </p:nvSpPr>
        <p:spPr>
          <a:xfrm>
            <a:off x="3906360" y="1117800"/>
            <a:ext cx="21447360" cy="597960"/>
          </a:xfrm>
          <a:prstGeom prst="rect">
            <a:avLst/>
          </a:prstGeom>
          <a:noFill/>
          <a:ln w="0">
            <a:noFill/>
          </a:ln>
        </p:spPr>
        <p:txBody>
          <a:bodyPr lIns="90000" rIns="90000" tIns="45000" bIns="45000" anchor="t">
            <a:normAutofit/>
          </a:bodyPr>
          <a:p>
            <a:pPr indent="0" algn="ctr" defTabSz="2675160">
              <a:lnSpc>
                <a:spcPct val="100000"/>
              </a:lnSpc>
              <a:spcBef>
                <a:spcPts val="683"/>
              </a:spcBef>
              <a:buNone/>
              <a:tabLst>
                <a:tab algn="l" pos="0"/>
              </a:tabLst>
            </a:pPr>
            <a:r>
              <a:rPr b="0" lang="en-US" sz="3420" spc="-1" strike="noStrike">
                <a:solidFill>
                  <a:schemeClr val="lt1"/>
                </a:solidFill>
                <a:latin typeface="Calibri"/>
              </a:rPr>
              <a:t>Click here to add authors</a:t>
            </a:r>
            <a:endParaRPr b="0" lang="en-US" sz="3420" spc="-1" strike="noStrike">
              <a:solidFill>
                <a:schemeClr val="dk1"/>
              </a:solidFill>
              <a:latin typeface="Calibri"/>
            </a:endParaRPr>
          </a:p>
        </p:txBody>
      </p:sp>
      <p:sp>
        <p:nvSpPr>
          <p:cNvPr id="86" name="PlaceHolder 16"/>
          <p:cNvSpPr>
            <a:spLocks noGrp="1"/>
          </p:cNvSpPr>
          <p:nvPr>
            <p:ph type="body"/>
          </p:nvPr>
        </p:nvSpPr>
        <p:spPr>
          <a:xfrm>
            <a:off x="3906360" y="1716120"/>
            <a:ext cx="21447360" cy="634320"/>
          </a:xfrm>
          <a:prstGeom prst="rect">
            <a:avLst/>
          </a:prstGeom>
          <a:noFill/>
          <a:ln w="0">
            <a:noFill/>
          </a:ln>
        </p:spPr>
        <p:txBody>
          <a:bodyPr lIns="90000" rIns="90000" tIns="45000" bIns="45000" anchor="t">
            <a:normAutofit/>
          </a:bodyPr>
          <a:p>
            <a:pPr indent="0" algn="ctr" defTabSz="2675160">
              <a:lnSpc>
                <a:spcPct val="100000"/>
              </a:lnSpc>
              <a:spcBef>
                <a:spcPts val="513"/>
              </a:spcBef>
              <a:buNone/>
              <a:tabLst>
                <a:tab algn="l" pos="0"/>
              </a:tabLst>
            </a:pPr>
            <a:r>
              <a:rPr b="0" lang="en-US" sz="2560" spc="-1" strike="noStrike">
                <a:solidFill>
                  <a:schemeClr val="lt1"/>
                </a:solidFill>
                <a:latin typeface="Calibri"/>
              </a:rPr>
              <a:t>Click here to add affiliations</a:t>
            </a:r>
            <a:endParaRPr b="0" lang="en-US" sz="2560" spc="-1" strike="noStrike">
              <a:solidFill>
                <a:schemeClr val="dk1"/>
              </a:solidFill>
              <a:latin typeface="Calibri"/>
            </a:endParaRPr>
          </a:p>
        </p:txBody>
      </p:sp>
      <p:sp>
        <p:nvSpPr>
          <p:cNvPr id="87" name="PlaceHolder 17"/>
          <p:cNvSpPr>
            <a:spLocks noGrp="1"/>
          </p:cNvSpPr>
          <p:nvPr>
            <p:ph type="body"/>
          </p:nvPr>
        </p:nvSpPr>
        <p:spPr>
          <a:xfrm>
            <a:off x="3906360" y="272160"/>
            <a:ext cx="21447360" cy="834120"/>
          </a:xfrm>
          <a:prstGeom prst="rect">
            <a:avLst/>
          </a:prstGeom>
          <a:noFill/>
          <a:ln w="0">
            <a:noFill/>
          </a:ln>
        </p:spPr>
        <p:txBody>
          <a:bodyPr lIns="90000" rIns="90000" tIns="45000" bIns="45000" anchor="t">
            <a:normAutofit/>
          </a:bodyPr>
          <a:p>
            <a:pPr indent="0" algn="ctr" defTabSz="2675160">
              <a:lnSpc>
                <a:spcPct val="100000"/>
              </a:lnSpc>
              <a:spcBef>
                <a:spcPts val="938"/>
              </a:spcBef>
              <a:buNone/>
              <a:tabLst>
                <a:tab algn="l" pos="0"/>
              </a:tabLst>
            </a:pPr>
            <a:r>
              <a:rPr b="1" lang="en-US" sz="4690" spc="-1" strike="noStrike">
                <a:solidFill>
                  <a:schemeClr val="lt1"/>
                </a:solidFill>
                <a:latin typeface="Calibri"/>
              </a:rPr>
              <a:t>Click here to add title</a:t>
            </a:r>
            <a:endParaRPr b="0" lang="en-US" sz="4690" spc="-1" strike="noStrike">
              <a:solidFill>
                <a:schemeClr val="dk1"/>
              </a:solidFill>
              <a:latin typeface="Calibri"/>
            </a:endParaRPr>
          </a:p>
        </p:txBody>
      </p:sp>
      <p:sp>
        <p:nvSpPr>
          <p:cNvPr id="88" name="PlaceHolder 18"/>
          <p:cNvSpPr>
            <a:spLocks noGrp="1"/>
          </p:cNvSpPr>
          <p:nvPr>
            <p:ph type="title"/>
          </p:nvPr>
        </p:nvSpPr>
        <p:spPr>
          <a:xfrm>
            <a:off x="1463040" y="656640"/>
            <a:ext cx="26334360" cy="2748240"/>
          </a:xfrm>
          <a:prstGeom prst="rect">
            <a:avLst/>
          </a:prstGeom>
          <a:noFill/>
          <a:ln w="0">
            <a:noFill/>
          </a:ln>
        </p:spPr>
        <p:txBody>
          <a:bodyPr lIns="0" rIns="0" tIns="0" bIns="0" anchor="ctr">
            <a:noAutofit/>
          </a:bodyPr>
          <a:p>
            <a:pPr indent="0">
              <a:buNone/>
            </a:pPr>
            <a:r>
              <a:rPr b="0" lang="en-US" sz="4900" spc="-1" strike="noStrike">
                <a:solidFill>
                  <a:schemeClr val="dk1"/>
                </a:solidFill>
                <a:latin typeface="Calibri"/>
              </a:rPr>
              <a:t>Click to edit the title text format</a:t>
            </a:r>
            <a:endParaRPr b="0" lang="en-US" sz="49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s/_rels/slide1.xml.rels><?xml version="1.0" encoding="UTF-8"?>
<Relationships xmlns="http://schemas.openxmlformats.org/package/2006/relationships"><Relationship Id="rId1" Type="http://schemas.openxmlformats.org/officeDocument/2006/relationships/hyperlink" Target="https://www.mdpi.com/2227-7390/12/2/297" TargetMode="External"/><Relationship Id="rId2" Type="http://schemas.openxmlformats.org/officeDocument/2006/relationships/hyperlink" Target="https://scholar.google.com/scholar?hl=en&amp;as_sdt=0%2C5&amp;q=Accurate+Real-Time+Traffic+Light+Detection+Using+YOLOv4&amp;btnG=" TargetMode="External"/><Relationship Id="rId3" Type="http://schemas.openxmlformats.org/officeDocument/2006/relationships/hyperlink" Target="https://www.mdpi.com/1424-8220/22/1/200" TargetMode="External"/><Relationship Id="rId4" Type="http://schemas.openxmlformats.org/officeDocument/2006/relationships/hyperlink" Target="https://www.mdpi.com/1424-8220/22/20/7787" TargetMode="External"/><Relationship Id="rId5" Type="http://schemas.openxmlformats.org/officeDocument/2006/relationships/image" Target="../media/image7.png"/><Relationship Id="rId6" Type="http://schemas.openxmlformats.org/officeDocument/2006/relationships/hyperlink" Target="mailto:adam.ismail@student.guc.edu.eg" TargetMode="External"/><Relationship Id="rId7" Type="http://schemas.openxmlformats.org/officeDocument/2006/relationships/hyperlink" Target="mailto:ayman.amer@student.guc.edu.eg" TargetMode="External"/><Relationship Id="rId8" Type="http://schemas.openxmlformats.org/officeDocument/2006/relationships/hyperlink" Target="mailto:ahmed.otefy@student.guc.edu.eg" TargetMode="External"/><Relationship Id="rId9" Type="http://schemas.openxmlformats.org/officeDocument/2006/relationships/hyperlink" Target="mailto:marwan.saad@student.guc.edu.eg" TargetMode="External"/><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svg"/><Relationship Id="rId16" Type="http://schemas.openxmlformats.org/officeDocument/2006/relationships/image" Target="../media/image14.png"/><Relationship Id="rId17" Type="http://schemas.openxmlformats.org/officeDocument/2006/relationships/image" Target="../media/image15.jpeg"/><Relationship Id="rId18" Type="http://schemas.openxmlformats.org/officeDocument/2006/relationships/image" Target="../media/image16.jpeg"/><Relationship Id="rId19" Type="http://schemas.openxmlformats.org/officeDocument/2006/relationships/image" Target="../media/image17.jpeg"/><Relationship Id="rId20" Type="http://schemas.openxmlformats.org/officeDocument/2006/relationships/image" Target="../media/image18.png"/><Relationship Id="rId2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p:nvPr>
        </p:nvSpPr>
        <p:spPr>
          <a:xfrm>
            <a:off x="14834520" y="12803040"/>
            <a:ext cx="6701040" cy="3042720"/>
          </a:xfrm>
          <a:prstGeom prst="rect">
            <a:avLst/>
          </a:prstGeom>
          <a:noFill/>
          <a:ln w="0">
            <a:solidFill>
              <a:srgbClr val="000000"/>
            </a:solidFill>
          </a:ln>
        </p:spPr>
        <p:txBody>
          <a:bodyPr lIns="130680" rIns="130680" tIns="130680" bIns="130680" anchor="t">
            <a:noAutofit/>
          </a:bodyPr>
          <a:p>
            <a:pPr indent="0" defTabSz="2675160">
              <a:lnSpc>
                <a:spcPct val="100000"/>
              </a:lnSpc>
              <a:spcBef>
                <a:spcPts val="320"/>
              </a:spcBef>
              <a:buNone/>
              <a:tabLst>
                <a:tab algn="l" pos="0"/>
              </a:tabLst>
            </a:pPr>
            <a:r>
              <a:rPr b="0" lang="en-US" sz="1600" spc="-1" strike="noStrike" u="sng">
                <a:solidFill>
                  <a:schemeClr val="dk1"/>
                </a:solidFill>
                <a:uFillTx/>
                <a:latin typeface="Calibri"/>
                <a:hlinkClick r:id="rId1"/>
              </a:rPr>
              <a:t>[1]</a:t>
            </a:r>
            <a:r>
              <a:rPr b="0" lang="en-US" sz="1600" spc="-1" strike="noStrike">
                <a:solidFill>
                  <a:schemeClr val="dk1"/>
                </a:solidFill>
                <a:latin typeface="Calibri"/>
              </a:rPr>
              <a:t>J. E. Naranjo, F. Serradilla, and F. Nashashibi, "Speed control optimization for autonomous vehicles with metaheuristics," Electronics, vol. 9, no. 4, p. 551, 2020. </a:t>
            </a:r>
            <a:endParaRPr b="0" lang="en-US" sz="1600" spc="-1" strike="noStrike">
              <a:solidFill>
                <a:schemeClr val="dk1"/>
              </a:solidFill>
              <a:latin typeface="Calibri"/>
            </a:endParaRPr>
          </a:p>
          <a:p>
            <a:pPr indent="0" defTabSz="2675160">
              <a:lnSpc>
                <a:spcPct val="100000"/>
              </a:lnSpc>
              <a:spcBef>
                <a:spcPts val="320"/>
              </a:spcBef>
              <a:buNone/>
              <a:tabLst>
                <a:tab algn="l" pos="0"/>
              </a:tabLst>
            </a:pPr>
            <a:r>
              <a:rPr b="0" lang="en-US" sz="1600" spc="-1" strike="noStrike" u="sng">
                <a:solidFill>
                  <a:schemeClr val="dk1"/>
                </a:solidFill>
                <a:uFillTx/>
                <a:latin typeface="Calibri"/>
                <a:hlinkClick r:id="rId2"/>
              </a:rPr>
              <a:t>[2]</a:t>
            </a:r>
            <a:r>
              <a:rPr b="0" lang="en-US" sz="1600" spc="-1" strike="noStrike">
                <a:solidFill>
                  <a:schemeClr val="dk1"/>
                </a:solidFill>
                <a:latin typeface="Calibri"/>
              </a:rPr>
              <a:t>Z. He, L. Nie, Z. Yin, and S. Huang, "A two-layer controller for lateral path tracking control of autonomous vehicles," Sensors, vol. 20, no. 13, p. 3689, 2020.</a:t>
            </a:r>
            <a:endParaRPr b="0" lang="en-US" sz="1600" spc="-1" strike="noStrike">
              <a:solidFill>
                <a:schemeClr val="dk1"/>
              </a:solidFill>
              <a:latin typeface="Calibri"/>
            </a:endParaRPr>
          </a:p>
          <a:p>
            <a:pPr indent="0" defTabSz="2675160">
              <a:lnSpc>
                <a:spcPct val="100000"/>
              </a:lnSpc>
              <a:spcBef>
                <a:spcPts val="320"/>
              </a:spcBef>
              <a:buNone/>
              <a:tabLst>
                <a:tab algn="l" pos="0"/>
              </a:tabLst>
            </a:pPr>
            <a:r>
              <a:rPr b="0" lang="en-US" sz="1600" spc="-1" strike="noStrike" u="sng">
                <a:solidFill>
                  <a:schemeClr val="dk1"/>
                </a:solidFill>
                <a:uFillTx/>
                <a:latin typeface="Calibri"/>
                <a:hlinkClick r:id="rId3"/>
              </a:rPr>
              <a:t>[3]</a:t>
            </a:r>
            <a:r>
              <a:rPr b="0" lang="en-US" sz="1600" spc="-1" strike="noStrike">
                <a:solidFill>
                  <a:schemeClr val="dk1"/>
                </a:solidFill>
                <a:latin typeface="Calibri"/>
              </a:rPr>
              <a:t>Y. Wang, D. Liu, and E. Matson, "Accurate perception for autonomous driving: Application of Kalman filter for sensor fusion," IEEE SAS, 2020. </a:t>
            </a:r>
            <a:endParaRPr b="0" lang="en-US" sz="1600" spc="-1" strike="noStrike">
              <a:solidFill>
                <a:schemeClr val="dk1"/>
              </a:solidFill>
              <a:latin typeface="Calibri"/>
            </a:endParaRPr>
          </a:p>
          <a:p>
            <a:pPr indent="0" defTabSz="2675160">
              <a:lnSpc>
                <a:spcPct val="100000"/>
              </a:lnSpc>
              <a:spcBef>
                <a:spcPts val="320"/>
              </a:spcBef>
              <a:buNone/>
              <a:tabLst>
                <a:tab algn="l" pos="0"/>
              </a:tabLst>
            </a:pPr>
            <a:r>
              <a:rPr b="0" lang="en-US" sz="1600" spc="-1" strike="noStrike" u="sng">
                <a:solidFill>
                  <a:schemeClr val="dk1"/>
                </a:solidFill>
                <a:uFillTx/>
                <a:latin typeface="Calibri"/>
                <a:hlinkClick r:id="rId4"/>
              </a:rPr>
              <a:t>[4]</a:t>
            </a:r>
            <a:r>
              <a:rPr b="0" lang="en-US" sz="1600" spc="-1" strike="noStrike">
                <a:solidFill>
                  <a:schemeClr val="dk1"/>
                </a:solidFill>
                <a:latin typeface="Calibri"/>
              </a:rPr>
              <a:t>J. Feng et al., "Path planning and trajectory tracking for autonomous obstacle avoidance in AGVs at automated terminals," Axioms, vol. 13, no. 1, p. 27, 2024.</a:t>
            </a:r>
            <a:endParaRPr b="0" lang="en-US" sz="1600" spc="-1" strike="noStrike">
              <a:solidFill>
                <a:schemeClr val="dk1"/>
              </a:solidFill>
              <a:latin typeface="Calibri"/>
            </a:endParaRPr>
          </a:p>
        </p:txBody>
      </p:sp>
      <p:pic>
        <p:nvPicPr>
          <p:cNvPr id="90" name="Picture 17" descr=""/>
          <p:cNvPicPr/>
          <p:nvPr/>
        </p:nvPicPr>
        <p:blipFill>
          <a:blip r:embed="rId5"/>
          <a:stretch/>
        </p:blipFill>
        <p:spPr>
          <a:xfrm>
            <a:off x="7815600" y="5198040"/>
            <a:ext cx="7923600" cy="5280120"/>
          </a:xfrm>
          <a:prstGeom prst="rect">
            <a:avLst/>
          </a:prstGeom>
          <a:ln w="0">
            <a:noFill/>
          </a:ln>
        </p:spPr>
      </p:pic>
      <p:sp>
        <p:nvSpPr>
          <p:cNvPr id="91" name="PlaceHolder 2"/>
          <p:cNvSpPr>
            <a:spLocks noGrp="1"/>
          </p:cNvSpPr>
          <p:nvPr>
            <p:ph/>
          </p:nvPr>
        </p:nvSpPr>
        <p:spPr>
          <a:xfrm>
            <a:off x="606240" y="3301560"/>
            <a:ext cx="6682320" cy="2725560"/>
          </a:xfrm>
          <a:prstGeom prst="rect">
            <a:avLst/>
          </a:prstGeom>
          <a:noFill/>
          <a:ln w="0">
            <a:solidFill>
              <a:srgbClr val="000000"/>
            </a:solidFill>
          </a:ln>
        </p:spPr>
        <p:txBody>
          <a:bodyPr lIns="130680" rIns="130680" tIns="130680" bIns="130680" anchor="t">
            <a:noAutofit/>
          </a:bodyPr>
          <a:p>
            <a:pPr indent="0" defTabSz="2675160">
              <a:lnSpc>
                <a:spcPct val="100000"/>
              </a:lnSpc>
              <a:spcBef>
                <a:spcPts val="320"/>
              </a:spcBef>
              <a:buNone/>
              <a:tabLst>
                <a:tab algn="l" pos="0"/>
              </a:tabLst>
            </a:pPr>
            <a:r>
              <a:rPr b="0" lang="en-US" sz="1600" spc="-1" strike="noStrike">
                <a:solidFill>
                  <a:schemeClr val="dk1"/>
                </a:solidFill>
                <a:latin typeface="Calibri"/>
              </a:rPr>
              <a:t>This paper presents the design and implementation of an autonomous unmanned ground vehicle (UGV) capable of path tracking and obstacle avoidance using offline-generated reference trajectories. The system integrates a Raspberry Pi 5, ESP32, IMU sensor, encoder, and motor hardware within a ROS2-based architecture. Vehicle localization is achieved using an Extended Kalman Filter (EKF), while velocity and lateral motion are controlled using a P controller and a Stanley controller respectively. The vehicle was tested on three different tracks in simulation and real-world experiments. Results showed that the EKF improved tracking accuracy and reduced path-following error compared to operation without filtering.</a:t>
            </a:r>
            <a:endParaRPr b="0" lang="en-US" sz="1600" spc="-1" strike="noStrike">
              <a:solidFill>
                <a:schemeClr val="dk1"/>
              </a:solidFill>
              <a:latin typeface="Calibri"/>
            </a:endParaRPr>
          </a:p>
        </p:txBody>
      </p:sp>
      <p:sp>
        <p:nvSpPr>
          <p:cNvPr id="92" name="PlaceHolder 3"/>
          <p:cNvSpPr>
            <a:spLocks noGrp="1"/>
          </p:cNvSpPr>
          <p:nvPr>
            <p:ph/>
          </p:nvPr>
        </p:nvSpPr>
        <p:spPr>
          <a:xfrm>
            <a:off x="608760" y="2860560"/>
            <a:ext cx="669888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ABSTRACT</a:t>
            </a:r>
            <a:endParaRPr b="0" lang="en-US" sz="2240" spc="-1" strike="noStrike">
              <a:solidFill>
                <a:schemeClr val="dk1"/>
              </a:solidFill>
              <a:latin typeface="Calibri"/>
            </a:endParaRPr>
          </a:p>
        </p:txBody>
      </p:sp>
      <p:sp>
        <p:nvSpPr>
          <p:cNvPr id="93" name="PlaceHolder 4"/>
          <p:cNvSpPr>
            <a:spLocks noGrp="1"/>
          </p:cNvSpPr>
          <p:nvPr>
            <p:ph/>
          </p:nvPr>
        </p:nvSpPr>
        <p:spPr>
          <a:xfrm>
            <a:off x="605520" y="6588720"/>
            <a:ext cx="6682320" cy="9141120"/>
          </a:xfrm>
          <a:prstGeom prst="rect">
            <a:avLst/>
          </a:prstGeom>
          <a:noFill/>
          <a:ln w="0">
            <a:solidFill>
              <a:srgbClr val="000000"/>
            </a:solidFill>
          </a:ln>
        </p:spPr>
        <p:txBody>
          <a:bodyPr lIns="130680" rIns="130680" tIns="130680" bIns="130680" anchor="t">
            <a:noAutofit/>
          </a:bodyPr>
          <a:p>
            <a:pPr marL="343080" indent="-343080" defTabSz="2675160">
              <a:lnSpc>
                <a:spcPct val="100000"/>
              </a:lnSpc>
              <a:spcBef>
                <a:spcPts val="320"/>
              </a:spcBef>
              <a:buClr>
                <a:srgbClr val="000000"/>
              </a:buClr>
              <a:buFont typeface="Arial"/>
              <a:buChar char="•"/>
            </a:pPr>
            <a:r>
              <a:rPr b="0" lang="en-US" sz="1600" spc="-1" strike="noStrike">
                <a:solidFill>
                  <a:schemeClr val="dk1"/>
                </a:solidFill>
                <a:latin typeface="Calibri"/>
              </a:rPr>
              <a:t>Design and implement a fully autonomous UGV capable of tracking a desired path given a set of offline-generated reference points.</a:t>
            </a:r>
            <a:endParaRPr b="0" lang="en-US" sz="1600" spc="-1" strike="noStrike">
              <a:solidFill>
                <a:schemeClr val="dk1"/>
              </a:solidFill>
              <a:latin typeface="Calibri"/>
            </a:endParaRPr>
          </a:p>
          <a:p>
            <a:pPr marL="343080" indent="-343080" defTabSz="2675160">
              <a:lnSpc>
                <a:spcPct val="100000"/>
              </a:lnSpc>
              <a:spcBef>
                <a:spcPts val="320"/>
              </a:spcBef>
              <a:buClr>
                <a:srgbClr val="000000"/>
              </a:buClr>
              <a:buFont typeface="Arial"/>
              <a:buChar char="•"/>
            </a:pPr>
            <a:r>
              <a:rPr b="0" lang="en-US" sz="1600" spc="-1" strike="noStrike">
                <a:solidFill>
                  <a:schemeClr val="dk1"/>
                </a:solidFill>
                <a:latin typeface="Calibri"/>
              </a:rPr>
              <a:t>Develop a robust state estimation module using an Extended Kalman Filter (EKF) to fuse IMU and encoder data for accurate localization.</a:t>
            </a:r>
            <a:endParaRPr b="0" lang="en-US" sz="1600" spc="-1" strike="noStrike">
              <a:solidFill>
                <a:schemeClr val="dk1"/>
              </a:solidFill>
              <a:latin typeface="Calibri"/>
            </a:endParaRPr>
          </a:p>
          <a:p>
            <a:pPr marL="343080" indent="-343080" defTabSz="2675160">
              <a:lnSpc>
                <a:spcPct val="100000"/>
              </a:lnSpc>
              <a:spcBef>
                <a:spcPts val="320"/>
              </a:spcBef>
              <a:buClr>
                <a:srgbClr val="000000"/>
              </a:buClr>
              <a:buFont typeface="Arial"/>
              <a:buChar char="•"/>
            </a:pPr>
            <a:r>
              <a:rPr b="0" lang="en-US" sz="1600" spc="-1" strike="noStrike">
                <a:solidFill>
                  <a:schemeClr val="dk1"/>
                </a:solidFill>
                <a:latin typeface="Calibri"/>
              </a:rPr>
              <a:t>Implement a P controller for velocity regulation and a Stanley controller for lateral path tracking on a modular ROS2-based architecture.</a:t>
            </a:r>
            <a:endParaRPr b="0" lang="en-US" sz="1600" spc="-1" strike="noStrike">
              <a:solidFill>
                <a:schemeClr val="dk1"/>
              </a:solidFill>
              <a:latin typeface="Calibri"/>
            </a:endParaRPr>
          </a:p>
          <a:p>
            <a:pPr marL="343080" indent="-343080" defTabSz="2675160">
              <a:lnSpc>
                <a:spcPct val="100000"/>
              </a:lnSpc>
              <a:spcBef>
                <a:spcPts val="320"/>
              </a:spcBef>
              <a:buClr>
                <a:srgbClr val="000000"/>
              </a:buClr>
              <a:buFont typeface="Arial"/>
              <a:buChar char="•"/>
            </a:pPr>
            <a:r>
              <a:rPr b="0" lang="en-US" sz="1600" spc="-1" strike="noStrike">
                <a:solidFill>
                  <a:schemeClr val="dk1"/>
                </a:solidFill>
                <a:latin typeface="Calibri"/>
              </a:rPr>
              <a:t>Validate the system in simulation and real-world testing across straight, two-lane obstacle, and city tracks to verify path-following performance.</a:t>
            </a:r>
            <a:endParaRPr b="0" lang="en-US" sz="1600" spc="-1" strike="noStrike">
              <a:solidFill>
                <a:schemeClr val="dk1"/>
              </a:solidFill>
              <a:latin typeface="Calibri"/>
            </a:endParaRPr>
          </a:p>
        </p:txBody>
      </p:sp>
      <p:sp>
        <p:nvSpPr>
          <p:cNvPr id="94" name="PlaceHolder 5"/>
          <p:cNvSpPr>
            <a:spLocks noGrp="1"/>
          </p:cNvSpPr>
          <p:nvPr>
            <p:ph/>
          </p:nvPr>
        </p:nvSpPr>
        <p:spPr>
          <a:xfrm>
            <a:off x="608760" y="6165720"/>
            <a:ext cx="669996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OBJECTIVES</a:t>
            </a:r>
            <a:endParaRPr b="0" lang="en-US" sz="2240" spc="-1" strike="noStrike">
              <a:solidFill>
                <a:schemeClr val="dk1"/>
              </a:solidFill>
              <a:latin typeface="Calibri"/>
            </a:endParaRPr>
          </a:p>
        </p:txBody>
      </p:sp>
      <p:sp>
        <p:nvSpPr>
          <p:cNvPr id="95" name="PlaceHolder 6"/>
          <p:cNvSpPr>
            <a:spLocks noGrp="1"/>
          </p:cNvSpPr>
          <p:nvPr>
            <p:ph/>
          </p:nvPr>
        </p:nvSpPr>
        <p:spPr>
          <a:xfrm>
            <a:off x="7724880" y="3318120"/>
            <a:ext cx="13812840" cy="6835320"/>
          </a:xfrm>
          <a:prstGeom prst="rect">
            <a:avLst/>
          </a:prstGeom>
          <a:noFill/>
          <a:ln w="0">
            <a:solidFill>
              <a:srgbClr val="000000"/>
            </a:solidFill>
          </a:ln>
        </p:spPr>
        <p:txBody>
          <a:bodyPr lIns="130680" rIns="130680" tIns="130680" bIns="130680" anchor="t">
            <a:noAutofit/>
          </a:bodyPr>
          <a:p>
            <a:pPr indent="0" defTabSz="2675160">
              <a:lnSpc>
                <a:spcPct val="100000"/>
              </a:lnSpc>
              <a:spcBef>
                <a:spcPts val="320"/>
              </a:spcBef>
              <a:buNone/>
              <a:tabLst>
                <a:tab algn="l" pos="0"/>
              </a:tabLst>
            </a:pPr>
            <a:r>
              <a:rPr b="0" lang="en-US" sz="1600" spc="-1" strike="noStrike">
                <a:solidFill>
                  <a:schemeClr val="dk1"/>
                </a:solidFill>
                <a:latin typeface="Calibri"/>
              </a:rPr>
              <a:t>The system uses two micro-controllers: a Raspberry Pi 5 hosting the ROS2 stack and an ESP32 handling low-level I/O. The ESP32 reads the heading angle from the IMU 6050 and the wheel speed from the encoder, then forwards them to the Pi over serial. The Pi runs five ROS2 nodes: a Serial Interface node for ESP32 communication, a Reference node that loads desired waypoints from a CSV and publishes target X, Y, heading and velocity, a Localization node that runs an Extended Kalman Filter (EKF) with states [x, y, theta] to fuse the motion model with IMU measurements, a Velocity Controller node that applies a P controller and converts the command to a PWM signal, and a Lateral Controller node that uses a Stanley controller to compute the steering angle from heading and cross-track errors. The ESP32 then drives the DC gear motor through an L298N H-bridge and steers the micro-servo. Desired velocity is shaped by path curvature so the vehicle slows down on sharp turns.</a:t>
            </a:r>
            <a:endParaRPr b="0" lang="en-US" sz="1600" spc="-1" strike="noStrike">
              <a:solidFill>
                <a:schemeClr val="dk1"/>
              </a:solidFill>
              <a:latin typeface="Calibri"/>
            </a:endParaRPr>
          </a:p>
          <a:p>
            <a:pPr indent="0" defTabSz="2675160">
              <a:lnSpc>
                <a:spcPct val="100000"/>
              </a:lnSpc>
              <a:spcBef>
                <a:spcPts val="298"/>
              </a:spcBef>
              <a:buNone/>
              <a:tabLst>
                <a:tab algn="l" pos="0"/>
              </a:tabLst>
            </a:pPr>
            <a:endParaRPr b="0" lang="en-US" sz="1490" spc="-1" strike="noStrike">
              <a:solidFill>
                <a:schemeClr val="dk1"/>
              </a:solidFill>
              <a:latin typeface="Calibri"/>
            </a:endParaRPr>
          </a:p>
        </p:txBody>
      </p:sp>
      <p:sp>
        <p:nvSpPr>
          <p:cNvPr id="96" name="PlaceHolder 7"/>
          <p:cNvSpPr>
            <a:spLocks noGrp="1"/>
          </p:cNvSpPr>
          <p:nvPr>
            <p:ph/>
          </p:nvPr>
        </p:nvSpPr>
        <p:spPr>
          <a:xfrm>
            <a:off x="7724880" y="2860560"/>
            <a:ext cx="1381284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METHODS</a:t>
            </a:r>
            <a:endParaRPr b="0" lang="en-US" sz="2240" spc="-1" strike="noStrike">
              <a:solidFill>
                <a:schemeClr val="dk1"/>
              </a:solidFill>
              <a:latin typeface="Calibri"/>
            </a:endParaRPr>
          </a:p>
        </p:txBody>
      </p:sp>
      <p:sp>
        <p:nvSpPr>
          <p:cNvPr id="97" name="PlaceHolder 8"/>
          <p:cNvSpPr>
            <a:spLocks noGrp="1"/>
          </p:cNvSpPr>
          <p:nvPr>
            <p:ph/>
          </p:nvPr>
        </p:nvSpPr>
        <p:spPr>
          <a:xfrm>
            <a:off x="7724880" y="10691280"/>
            <a:ext cx="13812840" cy="1666800"/>
          </a:xfrm>
          <a:prstGeom prst="rect">
            <a:avLst/>
          </a:prstGeom>
          <a:noFill/>
          <a:ln w="0">
            <a:solidFill>
              <a:srgbClr val="000000"/>
            </a:solidFill>
          </a:ln>
        </p:spPr>
        <p:txBody>
          <a:bodyPr lIns="130680" rIns="130680" tIns="130680" bIns="130680" anchor="t">
            <a:noAutofit/>
          </a:bodyPr>
          <a:p>
            <a:pPr indent="0" defTabSz="2675160">
              <a:lnSpc>
                <a:spcPct val="100000"/>
              </a:lnSpc>
              <a:spcBef>
                <a:spcPts val="320"/>
              </a:spcBef>
              <a:buNone/>
              <a:tabLst>
                <a:tab algn="l" pos="0"/>
              </a:tabLst>
            </a:pPr>
            <a:r>
              <a:rPr b="0" lang="en-US" sz="1600" spc="-1" strike="noStrike">
                <a:solidFill>
                  <a:schemeClr val="dk1"/>
                </a:solidFill>
                <a:latin typeface="Calibri"/>
              </a:rPr>
              <a:t>The vehicle was evaluated on three tracks: a 10 m straight lane, a two-lane obstacle-avoidance track with obstacles at 4 m and 8 m, and a closed city-style track with sharp turns. On the straight track, the path-following standard deviation dropped from 2.71 cm without the Kalman filter to 2.31 cm with the EKF. On the two-lane obstacle-avoidance track, the EKF reduced the standard deviation from 15.11 cm to 9.61 cm, a 36% improvement, while still successfully avoiding both obstacles. On the more demanding city track, the standard deviation went from 146.18 cm to 145.83 cm, indicating that the EKF still helps marginally but sharp turns dominate the remaining error. Overall, the EKF consistently improved tracking accuracy, with the largest gains on tracks of moderate complexity.</a:t>
            </a:r>
            <a:endParaRPr b="0" lang="en-US" sz="1600" spc="-1" strike="noStrike">
              <a:solidFill>
                <a:schemeClr val="dk1"/>
              </a:solidFill>
              <a:latin typeface="Calibri"/>
            </a:endParaRPr>
          </a:p>
        </p:txBody>
      </p:sp>
      <p:sp>
        <p:nvSpPr>
          <p:cNvPr id="98" name="PlaceHolder 9"/>
          <p:cNvSpPr>
            <a:spLocks noGrp="1"/>
          </p:cNvSpPr>
          <p:nvPr>
            <p:ph/>
          </p:nvPr>
        </p:nvSpPr>
        <p:spPr>
          <a:xfrm>
            <a:off x="7723800" y="10241280"/>
            <a:ext cx="1381284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RESULTS</a:t>
            </a:r>
            <a:endParaRPr b="0" lang="en-US" sz="2240" spc="-1" strike="noStrike">
              <a:solidFill>
                <a:schemeClr val="dk1"/>
              </a:solidFill>
              <a:latin typeface="Calibri"/>
            </a:endParaRPr>
          </a:p>
        </p:txBody>
      </p:sp>
      <p:sp>
        <p:nvSpPr>
          <p:cNvPr id="99" name="PlaceHolder 10"/>
          <p:cNvSpPr>
            <a:spLocks noGrp="1"/>
          </p:cNvSpPr>
          <p:nvPr>
            <p:ph/>
          </p:nvPr>
        </p:nvSpPr>
        <p:spPr>
          <a:xfrm>
            <a:off x="7724880" y="12459960"/>
            <a:ext cx="669780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CONCLUSIONS</a:t>
            </a:r>
            <a:endParaRPr b="0" lang="en-US" sz="2240" spc="-1" strike="noStrike">
              <a:solidFill>
                <a:schemeClr val="dk1"/>
              </a:solidFill>
              <a:latin typeface="Calibri"/>
            </a:endParaRPr>
          </a:p>
        </p:txBody>
      </p:sp>
      <p:sp>
        <p:nvSpPr>
          <p:cNvPr id="100" name="PlaceHolder 11"/>
          <p:cNvSpPr>
            <a:spLocks noGrp="1"/>
          </p:cNvSpPr>
          <p:nvPr>
            <p:ph/>
          </p:nvPr>
        </p:nvSpPr>
        <p:spPr>
          <a:xfrm>
            <a:off x="7724880" y="12909960"/>
            <a:ext cx="6697800" cy="2935800"/>
          </a:xfrm>
          <a:prstGeom prst="rect">
            <a:avLst/>
          </a:prstGeom>
          <a:noFill/>
          <a:ln w="0">
            <a:solidFill>
              <a:srgbClr val="000000"/>
            </a:solidFill>
          </a:ln>
        </p:spPr>
        <p:txBody>
          <a:bodyPr lIns="130680" rIns="130680" tIns="130680" bIns="130680" anchor="t">
            <a:noAutofit/>
          </a:bodyPr>
          <a:p>
            <a:pPr indent="0" defTabSz="2675160">
              <a:lnSpc>
                <a:spcPct val="100000"/>
              </a:lnSpc>
              <a:spcBef>
                <a:spcPts val="320"/>
              </a:spcBef>
              <a:buNone/>
              <a:tabLst>
                <a:tab algn="l" pos="0"/>
              </a:tabLst>
            </a:pPr>
            <a:r>
              <a:rPr b="0" lang="en-US" sz="1600" spc="-1" strike="noStrike">
                <a:solidFill>
                  <a:schemeClr val="dk1"/>
                </a:solidFill>
                <a:latin typeface="Calibri"/>
              </a:rPr>
              <a:t>The project successfully demonstrated an autonomous unmanned ground vehicle capable of path tracking and obstacle avoidance using a modular ROS2 architecture. An Extended Kalman Filter combined with a P controller for speed and a Stanley controller for steering allowed reliable navigation across three test tracks. The EKF consistently reduced localization error, with obstacles successfully avoided on the two-lane scenario, showing that low-cost hardware is sufficient for a working autonomous navigation pipeline.</a:t>
            </a:r>
            <a:endParaRPr b="0" lang="en-US" sz="1600" spc="-1" strike="noStrike">
              <a:solidFill>
                <a:schemeClr val="dk1"/>
              </a:solidFill>
              <a:latin typeface="Calibri"/>
            </a:endParaRPr>
          </a:p>
        </p:txBody>
      </p:sp>
      <p:sp>
        <p:nvSpPr>
          <p:cNvPr id="101" name="PlaceHolder 12"/>
          <p:cNvSpPr>
            <a:spLocks noGrp="1"/>
          </p:cNvSpPr>
          <p:nvPr>
            <p:ph/>
          </p:nvPr>
        </p:nvSpPr>
        <p:spPr>
          <a:xfrm>
            <a:off x="21951000" y="2851560"/>
            <a:ext cx="669780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PATH TRACKING RESULTS</a:t>
            </a:r>
            <a:endParaRPr b="0" lang="en-US" sz="2240" spc="-1" strike="noStrike">
              <a:solidFill>
                <a:schemeClr val="dk1"/>
              </a:solidFill>
              <a:latin typeface="Calibri"/>
            </a:endParaRPr>
          </a:p>
        </p:txBody>
      </p:sp>
      <p:sp>
        <p:nvSpPr>
          <p:cNvPr id="102" name="PlaceHolder 13"/>
          <p:cNvSpPr>
            <a:spLocks noGrp="1"/>
          </p:cNvSpPr>
          <p:nvPr>
            <p:ph/>
          </p:nvPr>
        </p:nvSpPr>
        <p:spPr>
          <a:xfrm>
            <a:off x="21949560" y="3331800"/>
            <a:ext cx="6701040" cy="8293320"/>
          </a:xfrm>
          <a:prstGeom prst="rect">
            <a:avLst/>
          </a:prstGeom>
          <a:noFill/>
          <a:ln w="0">
            <a:solidFill>
              <a:srgbClr val="000000"/>
            </a:solidFill>
          </a:ln>
        </p:spPr>
        <p:txBody>
          <a:bodyPr lIns="130680" rIns="130680" tIns="130680" bIns="130680" anchor="t">
            <a:noAutofit/>
          </a:bodyPr>
          <a:p>
            <a:pPr defTabSz="914400">
              <a:lnSpc>
                <a:spcPct val="100000"/>
              </a:lnSpc>
              <a:buClr>
                <a:srgbClr val="000000"/>
              </a:buClr>
              <a:buFont typeface="Symbol" charset="2"/>
              <a:buChar char=""/>
            </a:pPr>
            <a:r>
              <a:rPr b="1" lang="en-US" sz="1600" spc="-1" strike="noStrike">
                <a:solidFill>
                  <a:schemeClr val="dk1"/>
                </a:solidFill>
                <a:latin typeface="Google Sans Text"/>
              </a:rPr>
              <a:t>Empty Track (Straight Lane):</a:t>
            </a:r>
            <a:r>
              <a:rPr b="0" lang="en-US" sz="1600" spc="-1" strike="noStrike">
                <a:solidFill>
                  <a:schemeClr val="dk1"/>
                </a:solidFill>
                <a:latin typeface="Google Sans Text"/>
              </a:rPr>
              <a:t> In this map, the vehicle moves along a single straight lane of 10 m. The actual path closely follows the planned center line in both configurations. Without the Kalman filter, the standard deviation was 2.71 cm, and with the Extended Kalman Filter (EKF) it dropped to 2.31 cm, showing a small but consistent improvement on this simple track. </a:t>
            </a:r>
            <a:endParaRPr b="0" lang="en-US" sz="1600" spc="-1" strike="noStrike">
              <a:solidFill>
                <a:schemeClr val="dk1"/>
              </a:solidFill>
              <a:latin typeface="Calibri"/>
            </a:endParaRPr>
          </a:p>
          <a:p>
            <a:pPr defTabSz="914400">
              <a:lnSpc>
                <a:spcPct val="100000"/>
              </a:lnSpc>
              <a:buClr>
                <a:srgbClr val="000000"/>
              </a:buClr>
              <a:buFont typeface="Symbol" charset="2"/>
              <a:buChar char=""/>
            </a:pPr>
            <a:r>
              <a:rPr b="1" lang="en-US" sz="1600" spc="-1" strike="noStrike">
                <a:solidFill>
                  <a:schemeClr val="dk1"/>
                </a:solidFill>
                <a:latin typeface="Google Sans Text"/>
              </a:rPr>
              <a:t>Racing Track (Obstacle Avoidance):</a:t>
            </a:r>
            <a:r>
              <a:rPr b="0" lang="en-US" sz="1600" spc="-1" strike="noStrike">
                <a:solidFill>
                  <a:schemeClr val="dk1"/>
                </a:solidFill>
                <a:latin typeface="Google Sans Text"/>
              </a:rPr>
              <a:t> The second map features a two-lane obstacle-avoidance track where the vehicle must maneuver around two distinct obstacles. The vehicle successfully executed lane changes to avoid both obstacles. On this track, the EKF significantly reduced the path-following standard deviation from 15.11 cm to 9.61 cm. This represents a 36% improvement in tracking accuracy during more dynamic lateral movements.</a:t>
            </a:r>
            <a:endParaRPr b="0" lang="en-US" sz="1600" spc="-1" strike="noStrike">
              <a:solidFill>
                <a:schemeClr val="dk1"/>
              </a:solidFill>
              <a:latin typeface="Calibri"/>
            </a:endParaRPr>
          </a:p>
        </p:txBody>
      </p:sp>
      <p:sp>
        <p:nvSpPr>
          <p:cNvPr id="103" name="PlaceHolder 14"/>
          <p:cNvSpPr>
            <a:spLocks noGrp="1"/>
          </p:cNvSpPr>
          <p:nvPr>
            <p:ph/>
          </p:nvPr>
        </p:nvSpPr>
        <p:spPr>
          <a:xfrm>
            <a:off x="14838120" y="12459960"/>
            <a:ext cx="6697800" cy="450000"/>
          </a:xfrm>
          <a:prstGeom prst="rect">
            <a:avLst/>
          </a:prstGeom>
          <a:solidFill>
            <a:schemeClr val="accent1">
              <a:lumMod val="50000"/>
            </a:schemeClr>
          </a:solidFill>
          <a:ln w="0">
            <a:noFill/>
          </a:ln>
        </p:spPr>
        <p:txBody>
          <a:bodyPr lIns="52200" rIns="52200" tIns="52200" bIns="52200" anchor="ctr">
            <a:noAutofit/>
          </a:bodyPr>
          <a:p>
            <a:pPr indent="0" algn="ctr" defTabSz="2675160">
              <a:lnSpc>
                <a:spcPct val="100000"/>
              </a:lnSpc>
              <a:spcBef>
                <a:spcPts val="448"/>
              </a:spcBef>
              <a:buNone/>
              <a:tabLst>
                <a:tab algn="l" pos="0"/>
              </a:tabLst>
            </a:pPr>
            <a:r>
              <a:rPr b="1" lang="en-US" sz="2240" spc="-1" strike="noStrike">
                <a:solidFill>
                  <a:schemeClr val="lt1"/>
                </a:solidFill>
                <a:latin typeface="Calibri"/>
              </a:rPr>
              <a:t>REFERENCES</a:t>
            </a:r>
            <a:endParaRPr b="0" lang="en-US" sz="2240" spc="-1" strike="noStrike">
              <a:solidFill>
                <a:schemeClr val="dk1"/>
              </a:solidFill>
              <a:latin typeface="Calibri"/>
            </a:endParaRPr>
          </a:p>
        </p:txBody>
      </p:sp>
      <p:sp>
        <p:nvSpPr>
          <p:cNvPr id="104" name="PlaceHolder 15"/>
          <p:cNvSpPr>
            <a:spLocks noGrp="1"/>
          </p:cNvSpPr>
          <p:nvPr>
            <p:ph/>
          </p:nvPr>
        </p:nvSpPr>
        <p:spPr>
          <a:xfrm>
            <a:off x="6402240" y="1087920"/>
            <a:ext cx="16705080" cy="743040"/>
          </a:xfrm>
          <a:prstGeom prst="rect">
            <a:avLst/>
          </a:prstGeom>
          <a:noFill/>
          <a:ln w="0">
            <a:noFill/>
          </a:ln>
        </p:spPr>
        <p:txBody>
          <a:bodyPr lIns="90000" rIns="90000" tIns="45000" bIns="45000" anchor="t">
            <a:noAutofit/>
          </a:bodyPr>
          <a:p>
            <a:pPr indent="0" algn="ctr" defTabSz="2675160">
              <a:lnSpc>
                <a:spcPct val="100000"/>
              </a:lnSpc>
              <a:spcBef>
                <a:spcPts val="400"/>
              </a:spcBef>
              <a:buNone/>
              <a:tabLst>
                <a:tab algn="l" pos="0"/>
              </a:tabLst>
            </a:pPr>
            <a:r>
              <a:rPr b="0" lang="en-US" sz="2000" spc="-1" strike="noStrike" u="sng">
                <a:solidFill>
                  <a:schemeClr val="lt1"/>
                </a:solidFill>
                <a:uFillTx/>
                <a:latin typeface="Poppins"/>
                <a:hlinkClick r:id="rId6"/>
              </a:rPr>
              <a:t>Omar Mones</a:t>
            </a:r>
            <a:r>
              <a:rPr b="0" lang="en-US" sz="2000" spc="-1" strike="noStrike">
                <a:solidFill>
                  <a:schemeClr val="lt1"/>
                </a:solidFill>
                <a:latin typeface="Poppins"/>
              </a:rPr>
              <a:t>	</a:t>
            </a:r>
            <a:r>
              <a:rPr b="0" lang="en-US" sz="2000" spc="-1" strike="noStrike" u="sng">
                <a:solidFill>
                  <a:schemeClr val="lt1"/>
                </a:solidFill>
                <a:uFillTx/>
                <a:latin typeface="Poppins"/>
                <a:hlinkClick r:id="rId7"/>
              </a:rPr>
              <a:t>Amr Sayed</a:t>
            </a:r>
            <a:r>
              <a:rPr b="0" lang="en-US" sz="2000" spc="-1" strike="noStrike">
                <a:solidFill>
                  <a:schemeClr val="lt1"/>
                </a:solidFill>
                <a:latin typeface="Poppins"/>
              </a:rPr>
              <a:t>	</a:t>
            </a:r>
            <a:r>
              <a:rPr b="0" lang="en-US" sz="2000" spc="-1" strike="noStrike" u="sng">
                <a:solidFill>
                  <a:schemeClr val="lt1"/>
                </a:solidFill>
                <a:uFillTx/>
                <a:latin typeface="Poppins"/>
                <a:hlinkClick r:id="rId8"/>
              </a:rPr>
              <a:t>Zakaria Eleila</a:t>
            </a:r>
            <a:r>
              <a:rPr b="0" lang="en-US" sz="2000" spc="-1" strike="noStrike">
                <a:solidFill>
                  <a:schemeClr val="lt1"/>
                </a:solidFill>
                <a:latin typeface="Poppins"/>
              </a:rPr>
              <a:t>	</a:t>
            </a:r>
            <a:r>
              <a:rPr b="0" lang="en-US" sz="2000" spc="-1" strike="noStrike">
                <a:solidFill>
                  <a:schemeClr val="lt1"/>
                </a:solidFill>
                <a:latin typeface="Poppins"/>
              </a:rPr>
              <a:t>Nooreldin Sameh</a:t>
            </a:r>
            <a:r>
              <a:rPr b="0" lang="en-US" sz="2000" spc="-1" strike="noStrike">
                <a:solidFill>
                  <a:schemeClr val="lt1"/>
                </a:solidFill>
                <a:latin typeface="Poppins"/>
              </a:rPr>
              <a:t>	</a:t>
            </a:r>
            <a:r>
              <a:rPr b="0" lang="en-US" sz="2000" spc="-1" strike="noStrike" u="sng">
                <a:solidFill>
                  <a:schemeClr val="lt1"/>
                </a:solidFill>
                <a:uFillTx/>
                <a:latin typeface="Poppins"/>
                <a:hlinkClick r:id="rId9"/>
              </a:rPr>
              <a:t>Mohammed Hany</a:t>
            </a:r>
            <a:r>
              <a:rPr b="0" lang="en-US" sz="2000" spc="-1" strike="noStrike">
                <a:solidFill>
                  <a:schemeClr val="lt1"/>
                </a:solidFill>
                <a:latin typeface="Poppins"/>
              </a:rPr>
              <a:t>	</a:t>
            </a:r>
            <a:r>
              <a:rPr b="0" lang="en-US" sz="2000" spc="-1" strike="noStrike">
                <a:solidFill>
                  <a:schemeClr val="lt1"/>
                </a:solidFill>
                <a:latin typeface="Poppins"/>
              </a:rPr>
              <a:t>Asser Mohamed</a:t>
            </a:r>
            <a:endParaRPr b="0" lang="en-US" sz="2000" spc="-1" strike="noStrike">
              <a:solidFill>
                <a:schemeClr val="dk1"/>
              </a:solidFill>
              <a:latin typeface="Calibri"/>
            </a:endParaRPr>
          </a:p>
          <a:p>
            <a:pPr indent="0" algn="ctr" defTabSz="2675160">
              <a:lnSpc>
                <a:spcPct val="100000"/>
              </a:lnSpc>
              <a:spcBef>
                <a:spcPts val="400"/>
              </a:spcBef>
              <a:buNone/>
              <a:tabLst>
                <a:tab algn="l" pos="0"/>
              </a:tabLst>
            </a:pPr>
            <a:r>
              <a:rPr b="0" lang="en-US" sz="2000" spc="-1" strike="noStrike">
                <a:solidFill>
                  <a:schemeClr val="lt1"/>
                </a:solidFill>
                <a:latin typeface="Poppins"/>
              </a:rPr>
              <a:t>omar.hendawy</a:t>
            </a:r>
            <a:r>
              <a:rPr b="0" lang="en-US" sz="2000" spc="-1" strike="noStrike">
                <a:solidFill>
                  <a:schemeClr val="lt1"/>
                </a:solidFill>
                <a:latin typeface="Poppins"/>
              </a:rPr>
              <a:t>	</a:t>
            </a:r>
            <a:r>
              <a:rPr b="0" lang="en-US" sz="2000" spc="-1" strike="noStrike">
                <a:solidFill>
                  <a:schemeClr val="lt1"/>
                </a:solidFill>
                <a:latin typeface="Poppins"/>
              </a:rPr>
              <a:t>amr.behery</a:t>
            </a:r>
            <a:r>
              <a:rPr b="0" lang="en-US" sz="2000" spc="-1" strike="noStrike">
                <a:solidFill>
                  <a:schemeClr val="lt1"/>
                </a:solidFill>
                <a:latin typeface="Poppins"/>
              </a:rPr>
              <a:t>	</a:t>
            </a:r>
            <a:r>
              <a:rPr b="0" lang="en-US" sz="2000" spc="-1" strike="noStrike">
                <a:solidFill>
                  <a:schemeClr val="lt1"/>
                </a:solidFill>
                <a:latin typeface="Poppins"/>
              </a:rPr>
              <a:t>zakaria.eleila</a:t>
            </a:r>
            <a:r>
              <a:rPr b="0" lang="en-US" sz="2000" spc="-1" strike="noStrike">
                <a:solidFill>
                  <a:schemeClr val="lt1"/>
                </a:solidFill>
                <a:latin typeface="Poppins"/>
              </a:rPr>
              <a:t>	</a:t>
            </a:r>
            <a:r>
              <a:rPr b="0" lang="en-US" sz="2000" spc="-1" strike="noStrike">
                <a:solidFill>
                  <a:schemeClr val="lt1"/>
                </a:solidFill>
                <a:latin typeface="Poppins"/>
              </a:rPr>
              <a:t>Nooreldin.ahmed</a:t>
            </a:r>
            <a:r>
              <a:rPr b="0" lang="en-US" sz="2000" spc="-1" strike="noStrike">
                <a:solidFill>
                  <a:schemeClr val="lt1"/>
                </a:solidFill>
                <a:latin typeface="Poppins"/>
              </a:rPr>
              <a:t>	</a:t>
            </a:r>
            <a:r>
              <a:rPr b="0" lang="en-US" sz="2000" spc="-1" strike="noStrike">
                <a:solidFill>
                  <a:schemeClr val="lt1"/>
                </a:solidFill>
                <a:latin typeface="Poppins"/>
              </a:rPr>
              <a:t>mohammed.hany</a:t>
            </a:r>
            <a:r>
              <a:rPr b="0" lang="en-US" sz="2000" spc="-1" strike="noStrike">
                <a:solidFill>
                  <a:schemeClr val="lt1"/>
                </a:solidFill>
                <a:latin typeface="Poppins"/>
              </a:rPr>
              <a:t>	</a:t>
            </a:r>
            <a:r>
              <a:rPr b="0" lang="en-US" sz="2000" spc="-1" strike="noStrike">
                <a:solidFill>
                  <a:schemeClr val="lt1"/>
                </a:solidFill>
                <a:latin typeface="Poppins"/>
              </a:rPr>
              <a:t>asser.abdallah</a:t>
            </a:r>
            <a:endParaRPr b="0" lang="en-US" sz="2000" spc="-1" strike="noStrike">
              <a:solidFill>
                <a:schemeClr val="dk1"/>
              </a:solidFill>
              <a:latin typeface="Calibri"/>
            </a:endParaRPr>
          </a:p>
        </p:txBody>
      </p:sp>
      <p:sp>
        <p:nvSpPr>
          <p:cNvPr id="105" name="PlaceHolder 16"/>
          <p:cNvSpPr>
            <a:spLocks noGrp="1"/>
          </p:cNvSpPr>
          <p:nvPr>
            <p:ph/>
          </p:nvPr>
        </p:nvSpPr>
        <p:spPr>
          <a:xfrm>
            <a:off x="3906360" y="1716120"/>
            <a:ext cx="21447360" cy="634320"/>
          </a:xfrm>
          <a:prstGeom prst="rect">
            <a:avLst/>
          </a:prstGeom>
          <a:noFill/>
          <a:ln w="0">
            <a:noFill/>
          </a:ln>
        </p:spPr>
        <p:txBody>
          <a:bodyPr lIns="90000" rIns="90000" tIns="45000" bIns="45000" anchor="t">
            <a:noAutofit/>
          </a:bodyPr>
          <a:p>
            <a:pPr indent="0" algn="ctr" defTabSz="2675160">
              <a:lnSpc>
                <a:spcPct val="100000"/>
              </a:lnSpc>
              <a:spcBef>
                <a:spcPts val="513"/>
              </a:spcBef>
              <a:buNone/>
              <a:tabLst>
                <a:tab algn="l" pos="0"/>
              </a:tabLst>
            </a:pPr>
            <a:r>
              <a:rPr b="0" lang="en-US" sz="2560" spc="-1" strike="noStrike">
                <a:solidFill>
                  <a:schemeClr val="lt1"/>
                </a:solidFill>
                <a:latin typeface="Calibri"/>
              </a:rPr>
              <a:t>German University in Cairo (GUC), Egypt</a:t>
            </a:r>
            <a:endParaRPr b="0" lang="en-US" sz="2560" spc="-1" strike="noStrike">
              <a:solidFill>
                <a:schemeClr val="dk1"/>
              </a:solidFill>
              <a:latin typeface="Calibri"/>
            </a:endParaRPr>
          </a:p>
        </p:txBody>
      </p:sp>
      <p:sp>
        <p:nvSpPr>
          <p:cNvPr id="106" name="PlaceHolder 17"/>
          <p:cNvSpPr>
            <a:spLocks noGrp="1"/>
          </p:cNvSpPr>
          <p:nvPr>
            <p:ph/>
          </p:nvPr>
        </p:nvSpPr>
        <p:spPr>
          <a:xfrm>
            <a:off x="3906360" y="272160"/>
            <a:ext cx="21447360" cy="9455760"/>
          </a:xfrm>
          <a:prstGeom prst="rect">
            <a:avLst/>
          </a:prstGeom>
          <a:noFill/>
          <a:ln w="0">
            <a:noFill/>
          </a:ln>
        </p:spPr>
        <p:txBody>
          <a:bodyPr lIns="0" rIns="0" tIns="0" bIns="0" anchor="t">
            <a:noAutofit/>
          </a:bodyPr>
          <a:p>
            <a:pPr indent="0" algn="ctr" defTabSz="2675160">
              <a:lnSpc>
                <a:spcPct val="100000"/>
              </a:lnSpc>
              <a:buNone/>
              <a:tabLst>
                <a:tab algn="l" pos="0"/>
              </a:tabLst>
            </a:pPr>
            <a:r>
              <a:rPr b="1" lang="en-US" sz="4800" spc="-1" strike="noStrike">
                <a:solidFill>
                  <a:srgbClr val="ffffff"/>
                </a:solidFill>
                <a:latin typeface="Poppins"/>
                <a:ea typeface="Poppins"/>
              </a:rPr>
              <a:t>OBSTACLE AVOIDANCE FOR AN UNMANNED GROUND VEHICLE</a:t>
            </a:r>
            <a:endParaRPr b="0" lang="en-US" sz="4800" spc="-1" strike="noStrike">
              <a:solidFill>
                <a:schemeClr val="dk1"/>
              </a:solidFill>
              <a:latin typeface="Calibri"/>
            </a:endParaRPr>
          </a:p>
        </p:txBody>
      </p:sp>
      <p:sp>
        <p:nvSpPr>
          <p:cNvPr id="107" name="Google Shape;101;p13"/>
          <p:cNvSpPr/>
          <p:nvPr/>
        </p:nvSpPr>
        <p:spPr>
          <a:xfrm>
            <a:off x="6846120" y="-8280"/>
            <a:ext cx="15125760" cy="427320"/>
          </a:xfrm>
          <a:prstGeom prst="rect">
            <a:avLst/>
          </a:prstGeom>
          <a:noFill/>
          <a:ln w="0">
            <a:noFill/>
          </a:ln>
        </p:spPr>
        <p:style>
          <a:lnRef idx="0"/>
          <a:fillRef idx="0"/>
          <a:effectRef idx="0"/>
          <a:fontRef idx="minor"/>
        </p:style>
        <p:txBody>
          <a:bodyPr lIns="0" rIns="0" tIns="0" bIns="0" anchor="t">
            <a:spAutoFit/>
          </a:bodyPr>
          <a:p>
            <a:pPr algn="ctr" defTabSz="2508120">
              <a:lnSpc>
                <a:spcPct val="100000"/>
              </a:lnSpc>
              <a:tabLst>
                <a:tab algn="l" pos="0"/>
              </a:tabLst>
            </a:pPr>
            <a:r>
              <a:rPr b="0" lang="en-US" sz="2800" spc="-1" strike="noStrike">
                <a:solidFill>
                  <a:srgbClr val="dbeafe"/>
                </a:solidFill>
                <a:latin typeface="Poppins"/>
                <a:ea typeface="Poppins"/>
              </a:rPr>
              <a:t>Autonomous Systems</a:t>
            </a:r>
            <a:endParaRPr b="0" lang="en-US" sz="2800" spc="-1" strike="noStrike">
              <a:solidFill>
                <a:srgbClr val="ffffff"/>
              </a:solidFill>
              <a:latin typeface="Arial"/>
            </a:endParaRPr>
          </a:p>
        </p:txBody>
      </p:sp>
      <p:pic>
        <p:nvPicPr>
          <p:cNvPr id="108" name="Picture 2" descr="C:\Users\co\Desktop\guc_logo.png"/>
          <p:cNvPicPr/>
          <p:nvPr/>
        </p:nvPicPr>
        <p:blipFill>
          <a:blip r:embed="rId10"/>
          <a:stretch/>
        </p:blipFill>
        <p:spPr>
          <a:xfrm>
            <a:off x="486360" y="69120"/>
            <a:ext cx="5113800" cy="2254320"/>
          </a:xfrm>
          <a:prstGeom prst="rect">
            <a:avLst/>
          </a:prstGeom>
          <a:ln w="0">
            <a:noFill/>
          </a:ln>
        </p:spPr>
      </p:pic>
      <p:pic>
        <p:nvPicPr>
          <p:cNvPr id="109" name="Picture 3" descr="C:\Users\co\Desktop\mrs png.png"/>
          <p:cNvPicPr/>
          <p:nvPr/>
        </p:nvPicPr>
        <p:blipFill>
          <a:blip r:embed="rId11"/>
          <a:stretch/>
        </p:blipFill>
        <p:spPr>
          <a:xfrm>
            <a:off x="22477680" y="-1735560"/>
            <a:ext cx="8346600" cy="5901480"/>
          </a:xfrm>
          <a:prstGeom prst="rect">
            <a:avLst/>
          </a:prstGeom>
          <a:ln w="0">
            <a:noFill/>
          </a:ln>
        </p:spPr>
      </p:pic>
      <p:pic>
        <p:nvPicPr>
          <p:cNvPr id="110" name="Graphic 43" descr=""/>
          <p:cNvPicPr/>
          <p:nvPr/>
        </p:nvPicPr>
        <p:blipFill>
          <a:blip r:embed="rId12"/>
          <a:stretch/>
        </p:blipFill>
        <p:spPr>
          <a:xfrm>
            <a:off x="828720" y="8961120"/>
            <a:ext cx="6238440" cy="4158360"/>
          </a:xfrm>
          <a:prstGeom prst="rect">
            <a:avLst/>
          </a:prstGeom>
          <a:ln w="0">
            <a:noFill/>
          </a:ln>
        </p:spPr>
      </p:pic>
      <p:pic>
        <p:nvPicPr>
          <p:cNvPr id="111" name="Graphic 45" descr=""/>
          <p:cNvPicPr/>
          <p:nvPr/>
        </p:nvPicPr>
        <p:blipFill>
          <a:blip r:embed="rId13"/>
          <a:stretch/>
        </p:blipFill>
        <p:spPr>
          <a:xfrm>
            <a:off x="828720" y="13355640"/>
            <a:ext cx="6238440" cy="2286360"/>
          </a:xfrm>
          <a:prstGeom prst="rect">
            <a:avLst/>
          </a:prstGeom>
          <a:ln w="0">
            <a:noFill/>
          </a:ln>
        </p:spPr>
      </p:pic>
      <p:sp>
        <p:nvSpPr>
          <p:cNvPr id="112" name="TextBox 52"/>
          <p:cNvSpPr/>
          <p:nvPr/>
        </p:nvSpPr>
        <p:spPr>
          <a:xfrm>
            <a:off x="22631400" y="13978440"/>
            <a:ext cx="2184120" cy="1735560"/>
          </a:xfrm>
          <a:prstGeom prst="rect">
            <a:avLst/>
          </a:prstGeom>
          <a:noFill/>
          <a:ln w="0">
            <a:noFill/>
          </a:ln>
        </p:spPr>
        <p:style>
          <a:lnRef idx="0"/>
          <a:fillRef idx="0"/>
          <a:effectRef idx="0"/>
          <a:fontRef idx="minor"/>
        </p:style>
        <p:txBody>
          <a:bodyPr lIns="90000" rIns="90000" tIns="45000" bIns="45000" anchor="t">
            <a:spAutoFit/>
          </a:bodyPr>
          <a:p>
            <a:pPr defTabSz="2508120">
              <a:lnSpc>
                <a:spcPct val="100000"/>
              </a:lnSpc>
            </a:pPr>
            <a:r>
              <a:rPr b="0" lang="en-US" sz="3600" spc="-1" strike="noStrike">
                <a:solidFill>
                  <a:schemeClr val="dk1"/>
                </a:solidFill>
                <a:latin typeface="Adobe Heiti Std R"/>
                <a:ea typeface="Adobe Heiti Std R"/>
              </a:rPr>
              <a:t>Scan to view our project!</a:t>
            </a:r>
            <a:endParaRPr b="0" lang="en-US" sz="3600" spc="-1" strike="noStrike">
              <a:solidFill>
                <a:srgbClr val="ffffff"/>
              </a:solidFill>
              <a:latin typeface="Arial"/>
            </a:endParaRPr>
          </a:p>
        </p:txBody>
      </p:sp>
      <p:sp>
        <p:nvSpPr>
          <p:cNvPr id="113" name="TextBox 53"/>
          <p:cNvSpPr/>
          <p:nvPr/>
        </p:nvSpPr>
        <p:spPr>
          <a:xfrm>
            <a:off x="157320" y="16051680"/>
            <a:ext cx="5771880" cy="338040"/>
          </a:xfrm>
          <a:prstGeom prst="rect">
            <a:avLst/>
          </a:prstGeom>
          <a:solidFill>
            <a:schemeClr val="accent1">
              <a:lumMod val="50000"/>
            </a:schemeClr>
          </a:solidFill>
          <a:ln w="0">
            <a:noFill/>
          </a:ln>
        </p:spPr>
        <p:style>
          <a:lnRef idx="0"/>
          <a:fillRef idx="0"/>
          <a:effectRef idx="0"/>
          <a:fontRef idx="minor"/>
        </p:style>
        <p:txBody>
          <a:bodyPr lIns="90000" rIns="90000" tIns="45000" bIns="45000" anchor="t">
            <a:spAutoFit/>
          </a:bodyPr>
          <a:p>
            <a:pPr defTabSz="2508120">
              <a:lnSpc>
                <a:spcPct val="100000"/>
              </a:lnSpc>
            </a:pPr>
            <a:endParaRPr b="0" lang="en-US" sz="1600" spc="-1" strike="noStrike">
              <a:solidFill>
                <a:schemeClr val="dk1"/>
              </a:solidFill>
              <a:latin typeface="Times New Roman"/>
            </a:endParaRPr>
          </a:p>
        </p:txBody>
      </p:sp>
      <p:pic>
        <p:nvPicPr>
          <p:cNvPr id="114" name="Graphic 19" descr="Smart Phone"/>
          <p:cNvPicPr/>
          <p:nvPr/>
        </p:nvPicPr>
        <p:blipFill>
          <a:blip r:embed="rId14">
            <a:extLst>
              <a:ext uri="{96DAC541-7B7A-43D3-8B79-37D633B846F1}">
                <asvg:svgBlip xmlns:asvg="http://schemas.microsoft.com/office/drawing/2016/SVG/main" r:embed="rId15"/>
              </a:ext>
            </a:extLst>
          </a:blip>
          <a:stretch/>
        </p:blipFill>
        <p:spPr>
          <a:xfrm>
            <a:off x="14173200" y="7772400"/>
            <a:ext cx="914040" cy="914040"/>
          </a:xfrm>
          <a:prstGeom prst="rect">
            <a:avLst/>
          </a:prstGeom>
          <a:ln w="0">
            <a:noFill/>
          </a:ln>
        </p:spPr>
      </p:pic>
      <p:pic>
        <p:nvPicPr>
          <p:cNvPr id="115" name="Picture 21" descr=""/>
          <p:cNvPicPr/>
          <p:nvPr/>
        </p:nvPicPr>
        <p:blipFill>
          <a:blip r:embed="rId16"/>
          <a:stretch/>
        </p:blipFill>
        <p:spPr>
          <a:xfrm>
            <a:off x="7835760" y="5586120"/>
            <a:ext cx="4207680" cy="1400400"/>
          </a:xfrm>
          <a:prstGeom prst="rect">
            <a:avLst/>
          </a:prstGeom>
          <a:ln w="0">
            <a:noFill/>
          </a:ln>
        </p:spPr>
      </p:pic>
      <p:pic>
        <p:nvPicPr>
          <p:cNvPr id="116" name="Picture 47" descr=""/>
          <p:cNvPicPr/>
          <p:nvPr/>
        </p:nvPicPr>
        <p:blipFill>
          <a:blip r:embed="rId17"/>
          <a:srcRect l="19021" t="9189" r="19063" b="24130"/>
          <a:stretch/>
        </p:blipFill>
        <p:spPr>
          <a:xfrm>
            <a:off x="15739200" y="5689800"/>
            <a:ext cx="5664960" cy="3885840"/>
          </a:xfrm>
          <a:prstGeom prst="rect">
            <a:avLst/>
          </a:prstGeom>
          <a:ln w="0">
            <a:noFill/>
          </a:ln>
        </p:spPr>
      </p:pic>
      <p:sp>
        <p:nvSpPr>
          <p:cNvPr id="117" name="AutoShape 2"/>
          <p:cNvSpPr/>
          <p:nvPr/>
        </p:nvSpPr>
        <p:spPr>
          <a:xfrm>
            <a:off x="14478120" y="807732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sp>
        <p:nvSpPr>
          <p:cNvPr id="118" name="AutoShape 4"/>
          <p:cNvSpPr/>
          <p:nvPr/>
        </p:nvSpPr>
        <p:spPr>
          <a:xfrm>
            <a:off x="14630400" y="822960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sp>
        <p:nvSpPr>
          <p:cNvPr id="119" name="AutoShape 6"/>
          <p:cNvSpPr/>
          <p:nvPr/>
        </p:nvSpPr>
        <p:spPr>
          <a:xfrm>
            <a:off x="14782680" y="838188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sp>
        <p:nvSpPr>
          <p:cNvPr id="120" name="AutoShape 8"/>
          <p:cNvSpPr/>
          <p:nvPr/>
        </p:nvSpPr>
        <p:spPr>
          <a:xfrm>
            <a:off x="14935320" y="853452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sp>
        <p:nvSpPr>
          <p:cNvPr id="121" name="AutoShape 10"/>
          <p:cNvSpPr/>
          <p:nvPr/>
        </p:nvSpPr>
        <p:spPr>
          <a:xfrm>
            <a:off x="15087600" y="868680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sp>
        <p:nvSpPr>
          <p:cNvPr id="122" name="AutoShape 12"/>
          <p:cNvSpPr/>
          <p:nvPr/>
        </p:nvSpPr>
        <p:spPr>
          <a:xfrm>
            <a:off x="15239880" y="883908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sp>
        <p:nvSpPr>
          <p:cNvPr id="123" name="AutoShape 14"/>
          <p:cNvSpPr/>
          <p:nvPr/>
        </p:nvSpPr>
        <p:spPr>
          <a:xfrm>
            <a:off x="15392520" y="8991720"/>
            <a:ext cx="304560" cy="304560"/>
          </a:xfrm>
          <a:prstGeom prst="rect">
            <a:avLst/>
          </a:prstGeom>
          <a:noFill/>
          <a:ln w="0">
            <a:noFill/>
          </a:ln>
        </p:spPr>
        <p:style>
          <a:lnRef idx="0"/>
          <a:fillRef idx="0"/>
          <a:effectRef idx="0"/>
          <a:fontRef idx="minor"/>
        </p:style>
        <p:txBody>
          <a:bodyPr numCol="1" spcCol="0" anchor="t">
            <a:noAutofit/>
          </a:bodyPr>
          <a:p>
            <a:pPr defTabSz="2508120">
              <a:lnSpc>
                <a:spcPct val="100000"/>
              </a:lnSpc>
            </a:pPr>
            <a:endParaRPr b="0" lang="en-US" sz="4900" spc="-1" strike="noStrike">
              <a:solidFill>
                <a:schemeClr val="dk1"/>
              </a:solidFill>
              <a:latin typeface="Calibri"/>
            </a:endParaRPr>
          </a:p>
        </p:txBody>
      </p:sp>
      <p:pic>
        <p:nvPicPr>
          <p:cNvPr id="124" name="Picture 34" descr=""/>
          <p:cNvPicPr/>
          <p:nvPr/>
        </p:nvPicPr>
        <p:blipFill>
          <a:blip r:embed="rId18"/>
          <a:stretch/>
        </p:blipFill>
        <p:spPr>
          <a:xfrm>
            <a:off x="22017600" y="6327360"/>
            <a:ext cx="6632640" cy="2664000"/>
          </a:xfrm>
          <a:prstGeom prst="rect">
            <a:avLst/>
          </a:prstGeom>
          <a:ln w="0">
            <a:noFill/>
          </a:ln>
        </p:spPr>
      </p:pic>
      <p:pic>
        <p:nvPicPr>
          <p:cNvPr id="125" name="Picture 38" descr=""/>
          <p:cNvPicPr/>
          <p:nvPr/>
        </p:nvPicPr>
        <p:blipFill>
          <a:blip r:embed="rId19"/>
          <a:stretch/>
        </p:blipFill>
        <p:spPr>
          <a:xfrm>
            <a:off x="21971880" y="8961120"/>
            <a:ext cx="6656400" cy="2664000"/>
          </a:xfrm>
          <a:prstGeom prst="rect">
            <a:avLst/>
          </a:prstGeom>
          <a:ln w="0">
            <a:noFill/>
          </a:ln>
        </p:spPr>
      </p:pic>
      <p:pic>
        <p:nvPicPr>
          <p:cNvPr id="126" name="" descr=""/>
          <p:cNvPicPr/>
          <p:nvPr/>
        </p:nvPicPr>
        <p:blipFill>
          <a:blip r:embed="rId20"/>
          <a:srcRect l="0" t="4579" r="0" b="35690"/>
          <a:stretch/>
        </p:blipFill>
        <p:spPr>
          <a:xfrm>
            <a:off x="24460200" y="11887200"/>
            <a:ext cx="3961800" cy="29718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36x60 Templat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36x60 Templat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Without guides">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Without guides">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PosterPresentations.com-36x60-Template-V3</Template>
  <Manager>A. Kotoulas </Manager>
  <TotalTime>2040</TotalTime>
  <Application>LibreOffice/24.2.7.2$Linux_X86_64 LibreOffice_project/420$Build-2</Application>
  <HyperlinkBase>https://www.posterpresentations.com/free-poster-templates.html</HyperlinkBase>
  <AppVersion>15.0000</AppVersion>
  <Words>991</Words>
  <Paragraphs>27</Paragraphs>
  <Company>Canterbury Media Services, Inc. </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category>Research poster templates </cp:category>
  <dcterms:created xsi:type="dcterms:W3CDTF">2012-02-06T18:46:22Z</dcterms:created>
  <dc:creator>PosterPresentations.com </dc:creator>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
</dc:description>
  <cp:keywords>Powerpoint poster template scientific poster template research poster template </cp:keywords>
  <dc:language>en-US</dc:language>
  <cp:lastModifiedBy/>
  <dcterms:modified xsi:type="dcterms:W3CDTF">2026-05-18T23:18:42Z</dcterms:modified>
  <cp:revision>73</cp:revision>
  <dc:subject>Research poster presentation template </dc:subject>
  <dc:title>36x60 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vt:i4>
  </property>
</Properties>
</file>